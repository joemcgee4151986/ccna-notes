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7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FDD73-A5FA-8C3D-0BBC-4DC8DDAC7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DD1C3-DE8C-A892-7944-D32EB410D6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D22A8-16F4-4B37-395F-59EEFBD2B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B8C6-2FD0-4F47-B975-DE14FA3E327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3B3EC-FC60-6682-CCEC-C8FE59E67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8FA59-4855-3188-EFB5-7D1DBD42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2684-6A00-4032-AFCD-E203662A7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4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39FC-4276-E74A-07C5-A501EAFC2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2D0C4-0108-7A92-9D7D-4D6884D91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E29EA-F644-D7FD-8653-27E18E8A4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B8C6-2FD0-4F47-B975-DE14FA3E327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9560D-2F36-7653-B797-19F8FC478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2383D-7719-E1DF-FB83-99B3A97AA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2684-6A00-4032-AFCD-E203662A7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7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F7C9B-F7B9-41A5-9E88-68A3B2E29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51019-FD08-D4E6-C042-C16EACAFD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1F4B3-25EA-E0C6-BF19-C79FA281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B8C6-2FD0-4F47-B975-DE14FA3E327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288EB-2495-EC5A-7EA7-E39BC582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960B4-BD79-A8DB-A3AA-575715F7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2684-6A00-4032-AFCD-E203662A7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20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F772-7A58-1608-C71A-6A9018C9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C707A-2271-D2DD-6E80-2BC5CC1DE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3686F-8EE3-77D8-F282-F4C073EE3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FD34A-0657-D678-2E6D-7E8D2566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B8C6-2FD0-4F47-B975-DE14FA3E327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FDBE2-F564-EBB7-851F-6518019C7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B681B-EF46-51BD-AEED-6900B06E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2684-6A00-4032-AFCD-E203662A7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09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444FD-0434-FE1B-E599-6E89672C9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552FA-FDDF-E3E4-0C63-48C0A68B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8A77E-27A6-30A1-78E5-9F6D557E2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B28517-E365-8F26-8036-6EEFDB9AA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570A9-DDDE-D793-1971-DE74A71A4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5A9FC8-C8CC-9BCF-4D77-164C26FD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B8C6-2FD0-4F47-B975-DE14FA3E327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6CCC94-73D1-9C99-F7CC-EB48CF73C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632993-C7D5-BDAC-1830-779A7B58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2684-6A00-4032-AFCD-E203662A7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A7DC2-B5D6-8009-0CE6-2F4DC33AD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608A2-8F5B-977C-56B8-AA24BF41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B8C6-2FD0-4F47-B975-DE14FA3E327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D34248-465C-C481-EB9A-7C6C2F9E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7605B-45F3-3E1D-3AD3-4F198298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2684-6A00-4032-AFCD-E203662A7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84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75DE42-5BCC-280D-923B-A11ECA2AC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B8C6-2FD0-4F47-B975-DE14FA3E327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23FBE-3719-807A-7641-B8236F48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CC4A5-BF30-A703-CB16-D6487320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2684-6A00-4032-AFCD-E203662A7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7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188A-FBCB-1B86-E617-DA619A55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F0AC6-E8E9-5261-ECDF-2C2032785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06DEE-F919-B5F7-269D-7CE802591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6022E-2378-E9BD-6B16-B3A33598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B8C6-2FD0-4F47-B975-DE14FA3E327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F55C6-809B-83C8-C2ED-7EA7295A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3C66A-9FD1-8D5D-C3F2-A48C82EB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2684-6A00-4032-AFCD-E203662A7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60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4A412-E8F1-83F1-E4E1-0D24B1B63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5223E-2A58-E862-6AE4-A0CDD071F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C4197-704D-84DC-D44C-2EA37B78D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16F29-6752-58B3-BF6E-3745E61CF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B8C6-2FD0-4F47-B975-DE14FA3E327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B30AE-1C36-09FF-EC4F-ADA1030EF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C30C3-5C9B-CEF5-EE7E-8D6044C40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2684-6A00-4032-AFCD-E203662A7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1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1C857-B62F-FCAF-A536-1C72B5E7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01DB7-31DA-0BA5-5CD5-B77517307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FCB07-4D6D-5795-0CCA-1D50948C3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B8C6-2FD0-4F47-B975-DE14FA3E327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82B3B-61D5-2D2C-B06F-28916CEB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81AEC-A67B-BC4B-CBC7-C57F1694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2684-6A00-4032-AFCD-E203662A7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7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F4F618-841C-99AF-1432-4CFDA1508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8CF2C-3EEA-AAB4-BB3C-0E895F991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3E66C-25CC-243D-50AA-AA74F155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DB8C6-2FD0-4F47-B975-DE14FA3E327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53A91-3669-37D3-70C4-3CCE950A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D7617-2DA6-ED0D-9AF5-68D7A7B4F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62684-6A00-4032-AFCD-E203662A7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3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34624C-73F3-66BD-843C-D1FA2A2C0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DC068-164B-C1DF-16AD-F6F4C4C53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8EE6-B19F-E0A3-277F-5D8C3CDDD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DB8C6-2FD0-4F47-B975-DE14FA3E327E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B2430-78D2-2950-9154-23715E2DC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EF9A8-4678-1284-967F-E5C59A723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A62684-6A00-4032-AFCD-E203662A7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A269EA-F4FE-99A2-16CB-9BA33A2BD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6" y="125443"/>
            <a:ext cx="11865368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8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1C87BC-F57D-9511-093B-A243A6AC2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16" y="114012"/>
            <a:ext cx="11865368" cy="662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753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7C979-1BC9-C24D-6235-643EE720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447DD5-329B-315A-40DC-9EE791DC5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09" y="121633"/>
            <a:ext cx="11796782" cy="661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73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34C5-8065-C535-C7CB-9F4065145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D0700B-1F5E-B1CE-8375-3AD673963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25443"/>
            <a:ext cx="11827265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9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C3D12-ECF8-9ED6-6CE2-4E4C00C53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148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16E21-28DE-A8F0-D8DF-5A4C97FBB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0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2CB3A-AABF-9B6C-8214-F41986188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179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D353-A318-063F-2078-267A3066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619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53CF-2FCC-F72C-992B-C05D6728B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0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09B80-BD95-892E-1290-FEE36C3A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060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88CC6-EAFF-2678-7C18-F448DF8BA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682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CDE58-9BA5-6016-E4A3-6C86A5C9E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727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DA8B4-C304-0443-7884-DCA7645A2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143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5FB73-C55B-14C8-14D9-8D140850D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06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A3750-C660-5179-96FB-312B90B7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286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F3119-9A43-E996-EAFC-4F06660D2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728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79669-712A-35CB-880D-4FE64DA5B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234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B3FF0-621C-E3E1-86DA-68F3E278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453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F92F1-7A9E-F872-5BC2-5381890F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721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C026-80B2-36E9-63EE-CC2F0B8E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410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D5D0C-BEDC-DA05-4004-335799E59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2672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62634-C67E-5111-C93D-02FD1E162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743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CD919-CAB1-6D2A-18AA-564FA3D2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628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72A5-D45B-5D68-384D-5DFD84C2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823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CD111-8CB6-8C9D-9C29-0D2AFEB3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811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F7A15-1F17-1817-8B1F-5478EF44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08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1</cp:revision>
  <dcterms:created xsi:type="dcterms:W3CDTF">2025-11-21T15:54:39Z</dcterms:created>
  <dcterms:modified xsi:type="dcterms:W3CDTF">2025-11-21T16:07:06Z</dcterms:modified>
</cp:coreProperties>
</file>