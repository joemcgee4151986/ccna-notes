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97" d="100"/>
          <a:sy n="97" d="100"/>
        </p:scale>
        <p:origin x="77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525EF-572E-F191-82D3-847E91142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2568C-79F9-7974-61CA-4A977DFE65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27C61-258C-B63D-D1AF-823D8F8C3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87D6-79E2-4FC1-8A2E-5A9CE439E40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FCD1-0195-2DD0-F74A-FF063A391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D5669-F5D6-542C-0B26-6F952084D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FB25-FFFC-482D-8853-FD9065320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194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2F14-AF84-A29D-24E0-959CC6563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C247C-2D82-4027-911E-5E5B7ADD9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875B1-0BCB-92BC-8B2D-9260D51E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87D6-79E2-4FC1-8A2E-5A9CE439E40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EC9E4-261A-6043-871A-30E8DFDEF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F4B74-0D9A-B4A0-110C-0C1A2134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FB25-FFFC-482D-8853-FD9065320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418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FFD3D-0BC6-A399-C25A-5EFD1EE82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A2511-4D0B-4C20-1EB8-48BA6B43C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16E2A-4A1D-9933-DBF0-5EC1E9295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87D6-79E2-4FC1-8A2E-5A9CE439E40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AEFB2-96EE-8DC6-7B35-CD9F1C1A8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B62C9-3663-0198-E46A-1ED95A9EC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FB25-FFFC-482D-8853-FD9065320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31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5869B-879F-D531-22E9-697587CFB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939DF-21DD-56AA-BB1F-25F2539C1F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8E3883-97DF-0803-621B-1A4CE1EAB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B741A7-53BA-0D07-6260-6B3160404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87D6-79E2-4FC1-8A2E-5A9CE439E40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A2215-1A91-D0F4-A583-67F86C627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41B19-AC8B-61DF-E933-228A521E0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FB25-FFFC-482D-8853-FD9065320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108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08F4B-5B48-959F-3C19-00298A423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22EAE-2691-1C38-09A3-0819AFD1B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72C4C5-5987-3FAF-8CE8-509AEBBA6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341F70-8934-068C-71CC-71C9CB9C39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78087D-0894-6F24-64F6-6F4E0B8F7D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EE0419-AD0A-0760-CB26-741E71DA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87D6-79E2-4FC1-8A2E-5A9CE439E40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063B27-CB19-F851-409D-EE544A03D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EF6DA2-CE49-1A1B-F3F1-EC766C66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FB25-FFFC-482D-8853-FD9065320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278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FAD16-4C8E-1EB6-0AA8-912852EC5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8B1D70-0857-99CE-1D68-02F5D3E7E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87D6-79E2-4FC1-8A2E-5A9CE439E40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FE4B3E-BE4E-C7FE-2CF7-370812722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777A01-CAC5-B10D-8078-5B933878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FB25-FFFC-482D-8853-FD9065320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688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00E6CA-1E71-9C03-895A-4EB9C7D05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87D6-79E2-4FC1-8A2E-5A9CE439E40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33EE96-3DCF-03D6-E43B-43FCECCAD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94C6A-2EFF-AF4D-EFC1-167FFD373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FB25-FFFC-482D-8853-FD9065320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292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DFDEE-49C3-B342-99C7-51CB2536B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EBC0D-1460-5CB7-A102-3AF7CB37F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BB52B4-759E-626D-BFA4-1C6ADDE70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7019D-7E25-91D4-BBB4-255AC72E3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87D6-79E2-4FC1-8A2E-5A9CE439E40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7BC85-E1E0-FFE0-E581-5463DB7BA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002A3F-B85E-52D1-6307-6630A82CB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FB25-FFFC-482D-8853-FD9065320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818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2D4D1-368D-FC5D-8E6F-D39A706FA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779C0D-F169-FC04-83ED-D9964D2226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101F53-A0B3-9D62-C65B-65218615DC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3B1F1-3F0F-5392-7463-306995EEF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87D6-79E2-4FC1-8A2E-5A9CE439E40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F29744-9BEF-884E-ABA3-BBBEF02FC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036FFA-CD78-07BD-ACA6-4C6FF797D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FB25-FFFC-482D-8853-FD9065320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750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6C5DB-989B-BF74-8D49-1A7C966FE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8FBDE2-A3D7-0A16-88E7-D9656DA1A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5BFD6-0F67-37D1-1957-C39FC794B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87D6-79E2-4FC1-8A2E-5A9CE439E40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92229-F93E-1483-77D6-B0CF4F3DD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781E7-D0FB-00FC-3817-E7A99E42E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FB25-FFFC-482D-8853-FD9065320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14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2F1AD-C0A7-D30A-70D1-8CAAF98F34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324E3D-60C0-AF62-361D-F334A5ABE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F9316-78E0-DB00-FBC8-F2225CA4C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87D6-79E2-4FC1-8A2E-5A9CE439E40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85B5D-4768-BA43-BCAC-423BA6DCE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B6BE9-02A0-008E-4225-704AB135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FB25-FFFC-482D-8853-FD9065320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560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4D3691-68B6-0698-0FB4-B5B955134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C25D9-87A4-0FD5-B6E2-0E3F6B515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E1A16-9AC2-B9DD-C68F-4C595622F4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0787D6-79E2-4FC1-8A2E-5A9CE439E40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C1B9C-17F1-772C-4AF1-FEB949BE20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4AFDB-9C9A-F3C5-F710-A5DFE5B481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47FB25-FFFC-482D-8853-FD9065320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144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659E36-18BE-56FE-429F-5D3ABC158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78" y="106392"/>
            <a:ext cx="11819644" cy="664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468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4405A-6137-45F2-C54F-17366080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681CD5-C933-AF5B-FE56-FC847283E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81" y="106392"/>
            <a:ext cx="11743438" cy="664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10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62FA3-E824-5A28-3535-84921C7B7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DA6FE5-866A-6036-78CC-9FEBE7643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57" y="152116"/>
            <a:ext cx="11834886" cy="655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604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65746-1FBA-50CA-4395-CBA1C51DA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FC1A67-5E9C-7728-6474-ED202F51F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40" y="114012"/>
            <a:ext cx="11773920" cy="662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196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CD523-1308-316B-EAFE-0AB6E4AFF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B542D8-880D-F5AA-69DD-C79F0504F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85" y="129254"/>
            <a:ext cx="11888230" cy="659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249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81967-0CDF-BC57-9944-0DE810220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785568-E0D3-BC61-8B40-881D4B3CA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12" y="163547"/>
            <a:ext cx="11941575" cy="653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484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FF9CE-18B6-513B-B042-0FABA3B27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71521A-CD43-4C52-51A6-D9853C7DA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81" y="102581"/>
            <a:ext cx="11743438" cy="66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564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mcgee</dc:creator>
  <cp:lastModifiedBy>joe mcgee</cp:lastModifiedBy>
  <cp:revision>1</cp:revision>
  <dcterms:created xsi:type="dcterms:W3CDTF">2025-11-29T13:48:11Z</dcterms:created>
  <dcterms:modified xsi:type="dcterms:W3CDTF">2025-11-29T13:53:24Z</dcterms:modified>
</cp:coreProperties>
</file>