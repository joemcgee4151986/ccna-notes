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7" d="100"/>
          <a:sy n="97" d="100"/>
        </p:scale>
        <p:origin x="77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e mcgee" userId="18b4105e8c848f48" providerId="LiveId" clId="{F4CB7604-12E2-4C2C-A72E-4EEEDFE6408B}"/>
    <pc:docChg chg="modSld">
      <pc:chgData name="joe mcgee" userId="18b4105e8c848f48" providerId="LiveId" clId="{F4CB7604-12E2-4C2C-A72E-4EEEDFE6408B}" dt="2025-11-30T08:56:52.034" v="7" actId="22"/>
      <pc:docMkLst>
        <pc:docMk/>
      </pc:docMkLst>
      <pc:sldChg chg="addSp mod">
        <pc:chgData name="joe mcgee" userId="18b4105e8c848f48" providerId="LiveId" clId="{F4CB7604-12E2-4C2C-A72E-4EEEDFE6408B}" dt="2025-11-30T08:39:02" v="0" actId="22"/>
        <pc:sldMkLst>
          <pc:docMk/>
          <pc:sldMk cId="280171465" sldId="257"/>
        </pc:sldMkLst>
        <pc:picChg chg="add">
          <ac:chgData name="joe mcgee" userId="18b4105e8c848f48" providerId="LiveId" clId="{F4CB7604-12E2-4C2C-A72E-4EEEDFE6408B}" dt="2025-11-30T08:39:02" v="0" actId="22"/>
          <ac:picMkLst>
            <pc:docMk/>
            <pc:sldMk cId="280171465" sldId="257"/>
            <ac:picMk id="5" creationId="{7ED8C2D6-8A6E-77AA-6D12-A2A3AD96F5F5}"/>
          </ac:picMkLst>
        </pc:picChg>
      </pc:sldChg>
      <pc:sldChg chg="addSp mod">
        <pc:chgData name="joe mcgee" userId="18b4105e8c848f48" providerId="LiveId" clId="{F4CB7604-12E2-4C2C-A72E-4EEEDFE6408B}" dt="2025-11-30T08:45:00.221" v="1" actId="22"/>
        <pc:sldMkLst>
          <pc:docMk/>
          <pc:sldMk cId="268228023" sldId="258"/>
        </pc:sldMkLst>
        <pc:picChg chg="add">
          <ac:chgData name="joe mcgee" userId="18b4105e8c848f48" providerId="LiveId" clId="{F4CB7604-12E2-4C2C-A72E-4EEEDFE6408B}" dt="2025-11-30T08:45:00.221" v="1" actId="22"/>
          <ac:picMkLst>
            <pc:docMk/>
            <pc:sldMk cId="268228023" sldId="258"/>
            <ac:picMk id="3" creationId="{33687583-4671-E877-136A-EEC49C41F738}"/>
          </ac:picMkLst>
        </pc:picChg>
      </pc:sldChg>
      <pc:sldChg chg="addSp mod">
        <pc:chgData name="joe mcgee" userId="18b4105e8c848f48" providerId="LiveId" clId="{F4CB7604-12E2-4C2C-A72E-4EEEDFE6408B}" dt="2025-11-30T08:48:17.742" v="2" actId="22"/>
        <pc:sldMkLst>
          <pc:docMk/>
          <pc:sldMk cId="1775356366" sldId="259"/>
        </pc:sldMkLst>
        <pc:picChg chg="add">
          <ac:chgData name="joe mcgee" userId="18b4105e8c848f48" providerId="LiveId" clId="{F4CB7604-12E2-4C2C-A72E-4EEEDFE6408B}" dt="2025-11-30T08:48:17.742" v="2" actId="22"/>
          <ac:picMkLst>
            <pc:docMk/>
            <pc:sldMk cId="1775356366" sldId="259"/>
            <ac:picMk id="3" creationId="{5013EA8F-D627-3EA5-516B-513B30A4ED4D}"/>
          </ac:picMkLst>
        </pc:picChg>
      </pc:sldChg>
      <pc:sldChg chg="addSp mod">
        <pc:chgData name="joe mcgee" userId="18b4105e8c848f48" providerId="LiveId" clId="{F4CB7604-12E2-4C2C-A72E-4EEEDFE6408B}" dt="2025-11-30T08:52:46.232" v="3" actId="22"/>
        <pc:sldMkLst>
          <pc:docMk/>
          <pc:sldMk cId="2448938851" sldId="260"/>
        </pc:sldMkLst>
        <pc:picChg chg="add">
          <ac:chgData name="joe mcgee" userId="18b4105e8c848f48" providerId="LiveId" clId="{F4CB7604-12E2-4C2C-A72E-4EEEDFE6408B}" dt="2025-11-30T08:52:46.232" v="3" actId="22"/>
          <ac:picMkLst>
            <pc:docMk/>
            <pc:sldMk cId="2448938851" sldId="260"/>
            <ac:picMk id="3" creationId="{A190F6F0-35C9-ECFD-C34A-CE6106A539E6}"/>
          </ac:picMkLst>
        </pc:picChg>
      </pc:sldChg>
      <pc:sldChg chg="addSp mod">
        <pc:chgData name="joe mcgee" userId="18b4105e8c848f48" providerId="LiveId" clId="{F4CB7604-12E2-4C2C-A72E-4EEEDFE6408B}" dt="2025-11-30T08:53:28.645" v="4" actId="22"/>
        <pc:sldMkLst>
          <pc:docMk/>
          <pc:sldMk cId="2495072244" sldId="261"/>
        </pc:sldMkLst>
        <pc:picChg chg="add">
          <ac:chgData name="joe mcgee" userId="18b4105e8c848f48" providerId="LiveId" clId="{F4CB7604-12E2-4C2C-A72E-4EEEDFE6408B}" dt="2025-11-30T08:53:28.645" v="4" actId="22"/>
          <ac:picMkLst>
            <pc:docMk/>
            <pc:sldMk cId="2495072244" sldId="261"/>
            <ac:picMk id="3" creationId="{6A00970C-3A23-3A93-83B9-CDB0D1254CDA}"/>
          </ac:picMkLst>
        </pc:picChg>
      </pc:sldChg>
      <pc:sldChg chg="addSp mod">
        <pc:chgData name="joe mcgee" userId="18b4105e8c848f48" providerId="LiveId" clId="{F4CB7604-12E2-4C2C-A72E-4EEEDFE6408B}" dt="2025-11-30T08:54:07.500" v="5" actId="22"/>
        <pc:sldMkLst>
          <pc:docMk/>
          <pc:sldMk cId="3148066031" sldId="262"/>
        </pc:sldMkLst>
        <pc:picChg chg="add">
          <ac:chgData name="joe mcgee" userId="18b4105e8c848f48" providerId="LiveId" clId="{F4CB7604-12E2-4C2C-A72E-4EEEDFE6408B}" dt="2025-11-30T08:54:07.500" v="5" actId="22"/>
          <ac:picMkLst>
            <pc:docMk/>
            <pc:sldMk cId="3148066031" sldId="262"/>
            <ac:picMk id="3" creationId="{076FEB03-9BF1-092C-5173-E1622C31B171}"/>
          </ac:picMkLst>
        </pc:picChg>
      </pc:sldChg>
      <pc:sldChg chg="addSp mod">
        <pc:chgData name="joe mcgee" userId="18b4105e8c848f48" providerId="LiveId" clId="{F4CB7604-12E2-4C2C-A72E-4EEEDFE6408B}" dt="2025-11-30T08:56:20.583" v="6" actId="22"/>
        <pc:sldMkLst>
          <pc:docMk/>
          <pc:sldMk cId="1362205762" sldId="263"/>
        </pc:sldMkLst>
        <pc:picChg chg="add">
          <ac:chgData name="joe mcgee" userId="18b4105e8c848f48" providerId="LiveId" clId="{F4CB7604-12E2-4C2C-A72E-4EEEDFE6408B}" dt="2025-11-30T08:56:20.583" v="6" actId="22"/>
          <ac:picMkLst>
            <pc:docMk/>
            <pc:sldMk cId="1362205762" sldId="263"/>
            <ac:picMk id="3" creationId="{9006239E-5C30-1670-C769-66673DC2E6DD}"/>
          </ac:picMkLst>
        </pc:picChg>
      </pc:sldChg>
      <pc:sldChg chg="addSp mod">
        <pc:chgData name="joe mcgee" userId="18b4105e8c848f48" providerId="LiveId" clId="{F4CB7604-12E2-4C2C-A72E-4EEEDFE6408B}" dt="2025-11-30T08:56:52.034" v="7" actId="22"/>
        <pc:sldMkLst>
          <pc:docMk/>
          <pc:sldMk cId="1761147950" sldId="264"/>
        </pc:sldMkLst>
        <pc:picChg chg="add">
          <ac:chgData name="joe mcgee" userId="18b4105e8c848f48" providerId="LiveId" clId="{F4CB7604-12E2-4C2C-A72E-4EEEDFE6408B}" dt="2025-11-30T08:56:52.034" v="7" actId="22"/>
          <ac:picMkLst>
            <pc:docMk/>
            <pc:sldMk cId="1761147950" sldId="264"/>
            <ac:picMk id="3" creationId="{6D33ACAA-D771-39F8-09E5-97A87ADFEDF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A4547-CAB3-0D23-2B7F-2358CD258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B756DA-4857-4497-6B5F-0A2602D1EF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FC184-C734-7F1E-302B-29011EC3D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D4EF4-5810-1992-3ADE-BEDDBD1D6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0E428-FB2E-EE30-46D1-494F45FBE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24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DC963-C325-66D0-70C4-918F1D228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4840-AB71-8041-A867-C308867D8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DED9C-91B9-F9E6-9B85-A2A1B2EE3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4C27F-00D9-4272-C6F4-1CC45FE32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295F84-8E7E-5677-2298-461A73BE3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17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42F40-DBF1-11E3-C66F-CB548C9DD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7880A-0913-CD2B-2061-C51C4F35A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A09DE-C261-55EF-D451-66EECA56B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738CF-3862-91E0-4CDE-5CEE90A92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3A6A1-C0E5-4456-9E50-5A38AB6EF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7322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AD6D7-3E28-9CB5-FFD0-B0515190A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20ECF-4BD0-3699-FAC0-3A6BA5DC4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822EA-4D84-666B-2B9D-B7F69049D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11EBB7-E713-4303-CA4E-F93B9E23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5325C-0790-8989-0BC5-5CD53DA6F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36BD2-F36C-3FD0-FB15-46B1EBCE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94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B2D2-D76D-420D-7919-9FB564DD7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4A998-6564-B9D1-62E3-CCC522612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D5AE4-926B-037C-6CA3-13F33C4B6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897C0F-9D75-6C40-5D9C-4864074D5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9BEE5C-3E0B-9241-A4AD-15A09F4966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3AB394-04F4-1639-735F-3B4C99692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CBE315-46E7-4B96-0072-69016014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E61F4A-7089-F279-6770-1CAA9E726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20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DBA34-8FF3-14BF-732B-C1A98FD7B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BB2AF-B177-F641-5CE0-239EC02FB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A9F656-A53F-4EC6-DF77-9DFA9E5B3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B2FB9A-4CBA-604C-58C5-219370D19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461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B0545A-EB2B-914D-FF30-F45E08C34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435554-345C-26C0-5643-B981BE19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CF577-B4ED-CE35-9961-26E44585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8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2ACB-FCEF-3A9D-BFEC-AC1A59BD4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C0C53-EE45-DCFA-2602-3D2A89272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1B70C-1FBB-C3E2-0B2D-E0A144ECC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BD48F-A54D-486A-CD36-14949F38F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6AA957-3FEA-49CC-0199-D8534FBA0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B1D9EE-CAEF-5FDD-AA9D-7928B0E42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986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30F92-22D5-BB4F-5E56-B24B7BFB9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DF2DF2-9B7B-A4E7-F4A1-5EB2E94D68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888D03-A044-0B05-4D20-57076AED6E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CA7AF-18AE-B90B-05DF-2A6C11A7E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B0135-99FE-CB20-B6C3-5180F9681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608CC9-2CF2-74D1-D3B0-4BEE676D6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580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33CD-AD10-1181-CEB4-BB9AD21D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6DF5EE-DBFE-2C49-7F24-754B0BC9B6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7C915-3062-2523-F4C8-26D199955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335E8-4A2A-04C0-1A92-4D4AAA87F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C0677-00DD-9751-FB54-45AA49806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500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275A72-131D-DF35-1C00-7D8741CF519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318EF-EF3F-4FBB-20EB-377C7AFF47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49166-AFA3-44A9-8C46-F9F40CDB5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9FF76-B446-A2D4-C249-838A89FC0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A7A40-BA0F-2ECE-732E-8FB56F4C8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782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E3058C-F015-1908-C0B1-1737E2996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7221A-31D8-6295-DD2E-D40B7DDB9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EAA5E-0FBE-EAA4-0A5D-1502E6C8CE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6C7431-18D9-4D73-992C-519B5FD3E665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9A67B-FB4E-3068-B150-DE6662C59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74D992-6235-A1D1-EDFB-A3C26C79B6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CFBB9-20B0-47DA-860E-1B134C6E5C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512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E0F8799-05C8-B84F-0236-452A1BD29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6" y="121633"/>
            <a:ext cx="11850127" cy="6614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84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ED8C2D6-8A6E-77AA-6D12-A2A3AD96F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6" y="87340"/>
            <a:ext cx="11850127" cy="668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71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FE45-93D0-BEB7-0C55-81763734B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3687583-4671-E877-136A-EEC49C41F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557" y="125443"/>
            <a:ext cx="11834886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8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59BBB-9802-6A8E-31E5-1C25E3FE5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13EA8F-D627-3EA5-516B-513B30A4E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5" y="125443"/>
            <a:ext cx="11888230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356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E8302-A033-2751-A876-A86B9C0D6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90F6F0-35C9-ECFD-C34A-CE6106A53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23" y="87340"/>
            <a:ext cx="11933954" cy="6683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938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8A52D-D4DA-30B3-9662-F44BA9C09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00970C-3A23-3A93-83B9-CDB0D1254C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74" y="83530"/>
            <a:ext cx="11895851" cy="669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072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0B1CA-2347-490C-A837-1D41D6AA1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76FEB03-9BF1-092C-5173-E1622C31B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26" y="106392"/>
            <a:ext cx="11857748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066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526B7-FF0A-49A3-1DCE-FF8628B2D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06239E-5C30-1670-C769-66673DC2E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936" y="106392"/>
            <a:ext cx="11850127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0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7A66B-5335-DA42-3C51-6F29DFF72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33ACAA-D771-39F8-09E5-97A87ADFED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74" y="106392"/>
            <a:ext cx="11895851" cy="664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147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0E06-FDD1-498F-F150-55538F5B7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896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70D0C-F634-4F87-2115-6D678522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01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3F3C1-BDF5-E433-243C-40055E29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046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mcgee</dc:creator>
  <cp:lastModifiedBy>joe mcgee</cp:lastModifiedBy>
  <cp:revision>1</cp:revision>
  <dcterms:created xsi:type="dcterms:W3CDTF">2025-11-30T08:33:17Z</dcterms:created>
  <dcterms:modified xsi:type="dcterms:W3CDTF">2025-11-30T08:57:02Z</dcterms:modified>
</cp:coreProperties>
</file>