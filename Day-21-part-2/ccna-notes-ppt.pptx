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461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72050-F771-C0EA-797A-11E6475D86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9BBD05-0196-42BF-A46D-6335AB7587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8709B2-4E4D-787C-750B-F8F01E4ED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FC3B5-4809-40AC-8A3E-165E7D6A2731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DE3406-B5EA-EACA-6C53-E5A36F406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8A57A5-8CB7-3BB4-1AF3-E9DE72E6C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6ACE4-5F53-4924-9598-9E23FBA4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7337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4341E-408A-7B35-D447-2A99C6B11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D411B-2125-F5A8-A462-8173DBB291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B721B3-4CB2-540D-C437-99B0590607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FC3B5-4809-40AC-8A3E-165E7D6A2731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3B58E6-4CB1-349D-D5D9-F2C889264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FC78B0-1E00-5091-B48C-332FC086A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6ACE4-5F53-4924-9598-9E23FBA4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209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BACE4-5927-B138-CF6C-C697054D4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E53EE-EE12-DE8E-8894-97AB0B54DB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0D5D59-3F80-9E3F-8153-2859881B1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FC3B5-4809-40AC-8A3E-165E7D6A2731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0EE3A8-B190-1E1D-8C3A-65CF57B8F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653C2A-C0DA-B2EA-CF04-85685BFE9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6ACE4-5F53-4924-9598-9E23FBA4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5039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4E271-933E-8C26-EDEF-3BA885E7E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24D9A1-2A92-7F73-BC94-F5E591D215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E46508-93F0-1ECC-60F7-2618D59B2B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778E33-B42B-4C82-478D-FDF96D22B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FC3B5-4809-40AC-8A3E-165E7D6A2731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27BA87-DD1B-1038-2C1E-7177C7684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F3E359-01E2-0183-1B1C-34E575F63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6ACE4-5F53-4924-9598-9E23FBA4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521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BCC19-E091-03DB-C154-98536F5E16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62E2CC-EF3E-61BF-61FB-2246B0374A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69B26F-CE76-DA77-B72E-AA618D5D54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27E081-5EF9-D9B1-4421-E54948686E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603794-A2CB-8926-6DA6-80078F50181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4332FB-5622-14D2-E9C3-AA7518F95D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FC3B5-4809-40AC-8A3E-165E7D6A2731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4027B8-79B2-77B3-7CD2-4B748CB4E8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DD53814-35C9-48C3-6567-D695981AB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6ACE4-5F53-4924-9598-9E23FBA4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788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A68EB-040C-EA38-E236-1D7E15FA8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5DD98E-6266-4F13-65D7-032B5C440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FC3B5-4809-40AC-8A3E-165E7D6A2731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7EE51C-6B1B-FCDB-6D6F-90E8204A4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0C1BFE-DB99-23EE-2DDE-B29FD8591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6ACE4-5F53-4924-9598-9E23FBA4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6931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D96D5EF-0022-A3F7-2D22-7A1D2C5501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FC3B5-4809-40AC-8A3E-165E7D6A2731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93F693-D403-3EB5-02EE-DE8F4D9A9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D9813A-D24A-C51B-002C-75FDE40C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6ACE4-5F53-4924-9598-9E23FBA4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792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32B45-A57F-EF64-7AAF-0B412B85E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D72C06-C164-716D-1B59-A09D5FAB58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DBC61B-D4A9-674E-5DD0-68C9AB4A69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FAAEFE-4D22-756E-4570-409398CC2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FC3B5-4809-40AC-8A3E-165E7D6A2731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0D7409-1133-6E71-DCFA-87ACAF4EB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EFCA74-3308-5DDE-B12E-3C393974E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6ACE4-5F53-4924-9598-9E23FBA4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52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75C34-5A32-707D-2561-6CEE0F171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248C13-17AA-92CB-FCF5-4F9B43E400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ED9EEF-0AA8-4B56-E69C-32C87DF53C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5F03AF-B05A-58C4-E258-D2D467ECD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FC3B5-4809-40AC-8A3E-165E7D6A2731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E7BFAA-2530-67E3-059A-3BD375750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01AFC6-FD0F-AEC9-01C6-30957E7B6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6ACE4-5F53-4924-9598-9E23FBA4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851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557D6-B821-FBAF-E0D7-8049D5911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B3F830-4AB5-791D-DAF6-E67D5FC832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8DA878-A9E2-38EA-D598-6305A5CD5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FC3B5-4809-40AC-8A3E-165E7D6A2731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7CBEFB-D21E-4468-6888-96B74E45F8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EF73A7-5D62-1F75-4679-ED4B58662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6ACE4-5F53-4924-9598-9E23FBA4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3257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F0D44FB-1193-B821-A739-8D080B71B8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F32615-4D15-634D-FF8A-80C09D8E5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6FE0B-9EBE-5DDD-6042-63CD3A4ADF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FC3B5-4809-40AC-8A3E-165E7D6A2731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D05E2F-2170-1218-732F-FBAB1DC42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C0FC50-452F-A412-D5DA-4AA6EF5E5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6ACE4-5F53-4924-9598-9E23FBA4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443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0F9B23-6C6C-B614-1940-BCFE4E5D1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D30D1C-A27B-6710-BA73-E454154257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91D3E3-F8D3-4479-7878-1508C8EA5E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8FC3B5-4809-40AC-8A3E-165E7D6A2731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80B01E-9A1E-A737-6A58-AA4DD8A6BC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6D1D27-CF6C-F3A2-8F16-68E5AABF09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26ACE4-5F53-4924-9598-9E23FBA4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3512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8943A76-9C94-7A8D-873A-76D5011AE5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607" y="216059"/>
            <a:ext cx="9331084" cy="465657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3E0FFCE-A21F-C65C-7B31-2B74CA134341}"/>
              </a:ext>
            </a:extLst>
          </p:cNvPr>
          <p:cNvSpPr/>
          <p:nvPr/>
        </p:nvSpPr>
        <p:spPr>
          <a:xfrm>
            <a:off x="5217212" y="5376306"/>
            <a:ext cx="1492716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3:13</a:t>
            </a:r>
          </a:p>
        </p:txBody>
      </p:sp>
    </p:spTree>
    <p:extLst>
      <p:ext uri="{BB962C8B-B14F-4D97-AF65-F5344CB8AC3E}">
        <p14:creationId xmlns:p14="http://schemas.microsoft.com/office/powerpoint/2010/main" val="2805425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5D758-143F-35F0-BEFF-CD7E582C5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D0E2CE1-8456-6385-5438-7E249997E1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7087" y="424102"/>
            <a:ext cx="8178626" cy="452183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C0F1BDA-627C-B0E0-7FDB-ED4ACDAFB32D}"/>
              </a:ext>
            </a:extLst>
          </p:cNvPr>
          <p:cNvSpPr/>
          <p:nvPr/>
        </p:nvSpPr>
        <p:spPr>
          <a:xfrm>
            <a:off x="5217212" y="5376306"/>
            <a:ext cx="1492716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4:11</a:t>
            </a:r>
          </a:p>
        </p:txBody>
      </p:sp>
    </p:spTree>
    <p:extLst>
      <p:ext uri="{BB962C8B-B14F-4D97-AF65-F5344CB8AC3E}">
        <p14:creationId xmlns:p14="http://schemas.microsoft.com/office/powerpoint/2010/main" val="18594383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B938A-2460-CC07-8FFF-DF5A2B696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1B7E3BE-14B9-75D0-BEDE-1F93A41D5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5566" y="207844"/>
            <a:ext cx="9251206" cy="523740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C72A336-1E13-6E32-D764-4523B238AEBE}"/>
              </a:ext>
            </a:extLst>
          </p:cNvPr>
          <p:cNvSpPr/>
          <p:nvPr/>
        </p:nvSpPr>
        <p:spPr>
          <a:xfrm>
            <a:off x="5217212" y="5376306"/>
            <a:ext cx="1492716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5:25</a:t>
            </a:r>
          </a:p>
        </p:txBody>
      </p:sp>
    </p:spTree>
    <p:extLst>
      <p:ext uri="{BB962C8B-B14F-4D97-AF65-F5344CB8AC3E}">
        <p14:creationId xmlns:p14="http://schemas.microsoft.com/office/powerpoint/2010/main" val="6752999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E8072-93D1-CA3A-E3C1-57C082E59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F9914A0-884F-F28C-645F-CD87FA0D98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158" y="90143"/>
            <a:ext cx="9559684" cy="542226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A3C250E-1A1E-A20A-2519-35A13CB5318C}"/>
              </a:ext>
            </a:extLst>
          </p:cNvPr>
          <p:cNvSpPr/>
          <p:nvPr/>
        </p:nvSpPr>
        <p:spPr>
          <a:xfrm>
            <a:off x="5217212" y="5376306"/>
            <a:ext cx="1492716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6:49</a:t>
            </a:r>
          </a:p>
        </p:txBody>
      </p:sp>
    </p:spTree>
    <p:extLst>
      <p:ext uri="{BB962C8B-B14F-4D97-AF65-F5344CB8AC3E}">
        <p14:creationId xmlns:p14="http://schemas.microsoft.com/office/powerpoint/2010/main" val="177626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E64EB-2A2C-1E5C-0D1B-3EF1DC284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AB4CE70-9515-E471-D3C7-A74779143C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71" y="94961"/>
            <a:ext cx="11972057" cy="666807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FAD79FE-017A-9A7D-AFAB-195A1907EB5F}"/>
              </a:ext>
            </a:extLst>
          </p:cNvPr>
          <p:cNvSpPr/>
          <p:nvPr/>
        </p:nvSpPr>
        <p:spPr>
          <a:xfrm>
            <a:off x="5217212" y="5376306"/>
            <a:ext cx="1492716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7:19</a:t>
            </a:r>
          </a:p>
        </p:txBody>
      </p:sp>
    </p:spTree>
    <p:extLst>
      <p:ext uri="{BB962C8B-B14F-4D97-AF65-F5344CB8AC3E}">
        <p14:creationId xmlns:p14="http://schemas.microsoft.com/office/powerpoint/2010/main" val="19800623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E8A4E-082E-327A-2F01-1110B5B04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82743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5E3F6-5B2C-BD38-D026-EB41010F1A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7655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01065-0417-F1FB-C4E5-23883CC78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3753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5</Words>
  <Application>Microsoft Office PowerPoint</Application>
  <PresentationFormat>Widescreen</PresentationFormat>
  <Paragraphs>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joe mcgee</dc:creator>
  <cp:lastModifiedBy>joe mcgee</cp:lastModifiedBy>
  <cp:revision>2</cp:revision>
  <dcterms:created xsi:type="dcterms:W3CDTF">2025-11-15T12:56:13Z</dcterms:created>
  <dcterms:modified xsi:type="dcterms:W3CDTF">2025-11-15T13:00:24Z</dcterms:modified>
</cp:coreProperties>
</file>