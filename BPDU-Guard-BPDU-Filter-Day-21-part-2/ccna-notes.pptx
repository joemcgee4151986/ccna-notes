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62EE70-1116-4BD8-83AD-E6BA7A54FF15}" v="7" dt="2025-11-27T14:11:23.6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46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mcgee" userId="18b4105e8c848f48" providerId="LiveId" clId="{F4CB7604-12E2-4C2C-A72E-4EEEDFE6408B}"/>
    <pc:docChg chg="undo custSel addSld delSld modSld">
      <pc:chgData name="joe mcgee" userId="18b4105e8c848f48" providerId="LiveId" clId="{F4CB7604-12E2-4C2C-A72E-4EEEDFE6408B}" dt="2025-11-28T07:25:20.366" v="23" actId="47"/>
      <pc:docMkLst>
        <pc:docMk/>
      </pc:docMkLst>
      <pc:sldChg chg="addSp mod">
        <pc:chgData name="joe mcgee" userId="18b4105e8c848f48" providerId="LiveId" clId="{F4CB7604-12E2-4C2C-A72E-4EEEDFE6408B}" dt="2025-11-27T14:07:07.692" v="0" actId="22"/>
        <pc:sldMkLst>
          <pc:docMk/>
          <pc:sldMk cId="473938969" sldId="257"/>
        </pc:sldMkLst>
        <pc:picChg chg="add">
          <ac:chgData name="joe mcgee" userId="18b4105e8c848f48" providerId="LiveId" clId="{F4CB7604-12E2-4C2C-A72E-4EEEDFE6408B}" dt="2025-11-27T14:07:07.692" v="0" actId="22"/>
          <ac:picMkLst>
            <pc:docMk/>
            <pc:sldMk cId="473938969" sldId="257"/>
            <ac:picMk id="3" creationId="{74459E72-4157-A32F-6465-60BC03AEB5C6}"/>
          </ac:picMkLst>
        </pc:picChg>
      </pc:sldChg>
      <pc:sldChg chg="addSp mod">
        <pc:chgData name="joe mcgee" userId="18b4105e8c848f48" providerId="LiveId" clId="{F4CB7604-12E2-4C2C-A72E-4EEEDFE6408B}" dt="2025-11-27T14:07:42.177" v="1" actId="22"/>
        <pc:sldMkLst>
          <pc:docMk/>
          <pc:sldMk cId="2877056853" sldId="258"/>
        </pc:sldMkLst>
        <pc:picChg chg="add">
          <ac:chgData name="joe mcgee" userId="18b4105e8c848f48" providerId="LiveId" clId="{F4CB7604-12E2-4C2C-A72E-4EEEDFE6408B}" dt="2025-11-27T14:07:42.177" v="1" actId="22"/>
          <ac:picMkLst>
            <pc:docMk/>
            <pc:sldMk cId="2877056853" sldId="258"/>
            <ac:picMk id="3" creationId="{8F9911BA-9240-CD2D-A46E-AE2B07AE9EE1}"/>
          </ac:picMkLst>
        </pc:picChg>
      </pc:sldChg>
      <pc:sldChg chg="addSp delSp mod">
        <pc:chgData name="joe mcgee" userId="18b4105e8c848f48" providerId="LiveId" clId="{F4CB7604-12E2-4C2C-A72E-4EEEDFE6408B}" dt="2025-11-27T14:08:55.125" v="5" actId="22"/>
        <pc:sldMkLst>
          <pc:docMk/>
          <pc:sldMk cId="953618780" sldId="259"/>
        </pc:sldMkLst>
        <pc:picChg chg="add del">
          <ac:chgData name="joe mcgee" userId="18b4105e8c848f48" providerId="LiveId" clId="{F4CB7604-12E2-4C2C-A72E-4EEEDFE6408B}" dt="2025-11-27T14:08:54.794" v="4" actId="478"/>
          <ac:picMkLst>
            <pc:docMk/>
            <pc:sldMk cId="953618780" sldId="259"/>
            <ac:picMk id="3" creationId="{95E3B226-9375-9576-67A2-4D8404FC51ED}"/>
          </ac:picMkLst>
        </pc:picChg>
        <pc:picChg chg="add">
          <ac:chgData name="joe mcgee" userId="18b4105e8c848f48" providerId="LiveId" clId="{F4CB7604-12E2-4C2C-A72E-4EEEDFE6408B}" dt="2025-11-27T14:08:55.125" v="5" actId="22"/>
          <ac:picMkLst>
            <pc:docMk/>
            <pc:sldMk cId="953618780" sldId="259"/>
            <ac:picMk id="5" creationId="{6B9FE70A-4176-1DD7-7D46-25975939C807}"/>
          </ac:picMkLst>
        </pc:picChg>
      </pc:sldChg>
      <pc:sldChg chg="addSp mod">
        <pc:chgData name="joe mcgee" userId="18b4105e8c848f48" providerId="LiveId" clId="{F4CB7604-12E2-4C2C-A72E-4EEEDFE6408B}" dt="2025-11-27T14:08:34.088" v="3" actId="22"/>
        <pc:sldMkLst>
          <pc:docMk/>
          <pc:sldMk cId="1597015638" sldId="260"/>
        </pc:sldMkLst>
        <pc:picChg chg="add">
          <ac:chgData name="joe mcgee" userId="18b4105e8c848f48" providerId="LiveId" clId="{F4CB7604-12E2-4C2C-A72E-4EEEDFE6408B}" dt="2025-11-27T14:08:34.088" v="3" actId="22"/>
          <ac:picMkLst>
            <pc:docMk/>
            <pc:sldMk cId="1597015638" sldId="260"/>
            <ac:picMk id="3" creationId="{A22C30F4-A477-00A2-A6DC-C327C47A9644}"/>
          </ac:picMkLst>
        </pc:picChg>
      </pc:sldChg>
      <pc:sldChg chg="addSp mod">
        <pc:chgData name="joe mcgee" userId="18b4105e8c848f48" providerId="LiveId" clId="{F4CB7604-12E2-4C2C-A72E-4EEEDFE6408B}" dt="2025-11-27T14:09:29.414" v="10" actId="22"/>
        <pc:sldMkLst>
          <pc:docMk/>
          <pc:sldMk cId="734397577" sldId="261"/>
        </pc:sldMkLst>
        <pc:picChg chg="add">
          <ac:chgData name="joe mcgee" userId="18b4105e8c848f48" providerId="LiveId" clId="{F4CB7604-12E2-4C2C-A72E-4EEEDFE6408B}" dt="2025-11-27T14:09:29.414" v="10" actId="22"/>
          <ac:picMkLst>
            <pc:docMk/>
            <pc:sldMk cId="734397577" sldId="261"/>
            <ac:picMk id="3" creationId="{C832B78D-1196-2719-9BFE-F187BEE95473}"/>
          </ac:picMkLst>
        </pc:picChg>
      </pc:sldChg>
      <pc:sldChg chg="addSp mod">
        <pc:chgData name="joe mcgee" userId="18b4105e8c848f48" providerId="LiveId" clId="{F4CB7604-12E2-4C2C-A72E-4EEEDFE6408B}" dt="2025-11-27T14:10:08.183" v="11" actId="22"/>
        <pc:sldMkLst>
          <pc:docMk/>
          <pc:sldMk cId="927339754" sldId="262"/>
        </pc:sldMkLst>
        <pc:picChg chg="add">
          <ac:chgData name="joe mcgee" userId="18b4105e8c848f48" providerId="LiveId" clId="{F4CB7604-12E2-4C2C-A72E-4EEEDFE6408B}" dt="2025-11-27T14:10:08.183" v="11" actId="22"/>
          <ac:picMkLst>
            <pc:docMk/>
            <pc:sldMk cId="927339754" sldId="262"/>
            <ac:picMk id="3" creationId="{732CE306-110F-5A4C-4841-974F509D95A5}"/>
          </ac:picMkLst>
        </pc:picChg>
      </pc:sldChg>
      <pc:sldChg chg="addSp add mod">
        <pc:chgData name="joe mcgee" userId="18b4105e8c848f48" providerId="LiveId" clId="{F4CB7604-12E2-4C2C-A72E-4EEEDFE6408B}" dt="2025-11-27T14:10:31.010" v="12" actId="22"/>
        <pc:sldMkLst>
          <pc:docMk/>
          <pc:sldMk cId="2031787116" sldId="263"/>
        </pc:sldMkLst>
        <pc:picChg chg="add">
          <ac:chgData name="joe mcgee" userId="18b4105e8c848f48" providerId="LiveId" clId="{F4CB7604-12E2-4C2C-A72E-4EEEDFE6408B}" dt="2025-11-27T14:10:31.010" v="12" actId="22"/>
          <ac:picMkLst>
            <pc:docMk/>
            <pc:sldMk cId="2031787116" sldId="263"/>
            <ac:picMk id="3" creationId="{52190C1C-8C14-B065-6C3E-0AE9C64B8B7C}"/>
          </ac:picMkLst>
        </pc:picChg>
      </pc:sldChg>
      <pc:sldChg chg="addSp add mod">
        <pc:chgData name="joe mcgee" userId="18b4105e8c848f48" providerId="LiveId" clId="{F4CB7604-12E2-4C2C-A72E-4EEEDFE6408B}" dt="2025-11-27T14:11:21.919" v="13" actId="22"/>
        <pc:sldMkLst>
          <pc:docMk/>
          <pc:sldMk cId="1273292791" sldId="264"/>
        </pc:sldMkLst>
        <pc:picChg chg="add">
          <ac:chgData name="joe mcgee" userId="18b4105e8c848f48" providerId="LiveId" clId="{F4CB7604-12E2-4C2C-A72E-4EEEDFE6408B}" dt="2025-11-27T14:11:21.919" v="13" actId="22"/>
          <ac:picMkLst>
            <pc:docMk/>
            <pc:sldMk cId="1273292791" sldId="264"/>
            <ac:picMk id="3" creationId="{3E759EEE-2B1A-FC88-5EFA-43639C81BB7A}"/>
          </ac:picMkLst>
        </pc:picChg>
      </pc:sldChg>
      <pc:sldChg chg="addSp add mod">
        <pc:chgData name="joe mcgee" userId="18b4105e8c848f48" providerId="LiveId" clId="{F4CB7604-12E2-4C2C-A72E-4EEEDFE6408B}" dt="2025-11-27T14:12:16.730" v="17" actId="22"/>
        <pc:sldMkLst>
          <pc:docMk/>
          <pc:sldMk cId="3835966841" sldId="265"/>
        </pc:sldMkLst>
        <pc:picChg chg="add">
          <ac:chgData name="joe mcgee" userId="18b4105e8c848f48" providerId="LiveId" clId="{F4CB7604-12E2-4C2C-A72E-4EEEDFE6408B}" dt="2025-11-27T14:12:16.730" v="17" actId="22"/>
          <ac:picMkLst>
            <pc:docMk/>
            <pc:sldMk cId="3835966841" sldId="265"/>
            <ac:picMk id="3" creationId="{7668F22E-B168-EA03-F9A8-F5F46F128110}"/>
          </ac:picMkLst>
        </pc:picChg>
      </pc:sldChg>
      <pc:sldChg chg="add del">
        <pc:chgData name="joe mcgee" userId="18b4105e8c848f48" providerId="LiveId" clId="{F4CB7604-12E2-4C2C-A72E-4EEEDFE6408B}" dt="2025-11-28T07:25:20.366" v="23" actId="47"/>
        <pc:sldMkLst>
          <pc:docMk/>
          <pc:sldMk cId="240894138" sldId="266"/>
        </pc:sldMkLst>
      </pc:sldChg>
      <pc:sldChg chg="addSp add mod">
        <pc:chgData name="joe mcgee" userId="18b4105e8c848f48" providerId="LiveId" clId="{F4CB7604-12E2-4C2C-A72E-4EEEDFE6408B}" dt="2025-11-27T14:12:38.122" v="18" actId="22"/>
        <pc:sldMkLst>
          <pc:docMk/>
          <pc:sldMk cId="1675824444" sldId="267"/>
        </pc:sldMkLst>
        <pc:picChg chg="add">
          <ac:chgData name="joe mcgee" userId="18b4105e8c848f48" providerId="LiveId" clId="{F4CB7604-12E2-4C2C-A72E-4EEEDFE6408B}" dt="2025-11-27T14:12:38.122" v="18" actId="22"/>
          <ac:picMkLst>
            <pc:docMk/>
            <pc:sldMk cId="1675824444" sldId="267"/>
            <ac:picMk id="3" creationId="{5B3A940A-2FEA-B99A-5EDC-24D56E166BFE}"/>
          </ac:picMkLst>
        </pc:picChg>
      </pc:sldChg>
      <pc:sldChg chg="add del">
        <pc:chgData name="joe mcgee" userId="18b4105e8c848f48" providerId="LiveId" clId="{F4CB7604-12E2-4C2C-A72E-4EEEDFE6408B}" dt="2025-11-28T07:25:15.673" v="19" actId="47"/>
        <pc:sldMkLst>
          <pc:docMk/>
          <pc:sldMk cId="3284621879" sldId="268"/>
        </pc:sldMkLst>
      </pc:sldChg>
      <pc:sldChg chg="add del">
        <pc:chgData name="joe mcgee" userId="18b4105e8c848f48" providerId="LiveId" clId="{F4CB7604-12E2-4C2C-A72E-4EEEDFE6408B}" dt="2025-11-28T07:25:16.181" v="20" actId="47"/>
        <pc:sldMkLst>
          <pc:docMk/>
          <pc:sldMk cId="506316552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BBB07-8701-EB3B-D66A-CE8ED63808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82559F-7362-1257-584E-64FCB02398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6BEC1-117E-BFCD-321C-B68799491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DCC8A-41E9-432E-8181-7F7D32A4534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3A9B5-9420-CF86-DAC3-94D5061C4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39031-DBBF-EE7F-19FF-F7B37AC88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A0E4-FF61-4EB9-94F5-C04E17318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42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BFCD1-CED0-069E-F143-774B05D31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60F85-A63D-BC9D-A870-FE5D35360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A94BF-509F-D33C-F82E-F8D030419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DCC8A-41E9-432E-8181-7F7D32A4534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E6491-D1B2-E4A7-4827-9F122C4EA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34D2E-F73D-D271-A0DC-6BF20139D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A0E4-FF61-4EB9-94F5-C04E17318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3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A21E8-422F-D483-3024-C90BBC9F8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F606B-74B3-14AD-E813-C42C49C15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621BF-BC18-2074-2929-93119795D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DCC8A-41E9-432E-8181-7F7D32A4534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34379-DFDF-2573-A110-EA7DE207A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81BF0-8B3A-7DF8-9BFB-9DAE20DA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A0E4-FF61-4EB9-94F5-C04E17318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0643-AD4A-1AC2-AF41-D685A074E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66204-44A5-89B5-CA4B-465966B2AD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2135C-CFFD-E463-F29D-955132780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D89D94-9704-9444-5644-B3B112925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DCC8A-41E9-432E-8181-7F7D32A4534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9057C-88B6-D67A-88D0-302147B1A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9AA35-2F48-68D0-76E8-C8940EA5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A0E4-FF61-4EB9-94F5-C04E17318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74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E200C-42E5-7734-8F1B-1B434CA4D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04A00-4916-3DA5-809D-4B7B6E67A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0041A8-C3AA-EAC9-124A-72026F5F6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9DDB42-B08F-6B89-F2A3-E4AA8F118C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B1E51E-037F-EE22-323B-6AEA78F722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B2B6BD-7D2E-2EE9-D14D-59FC4FEAE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DCC8A-41E9-432E-8181-7F7D32A4534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9B702C-F301-9D4A-20EB-91270910E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D3AFEF-EB86-618D-63D6-51D88A9C5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A0E4-FF61-4EB9-94F5-C04E17318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00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C660D-D6AF-69A1-A25E-2F2DEFE7C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2596DC-E67E-E7D0-9E16-698F7C653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DCC8A-41E9-432E-8181-7F7D32A4534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AF0C09-BA68-8227-D5AF-4AC8B61DD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4E627C-3E18-C4A0-D6E9-4F1BBD021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A0E4-FF61-4EB9-94F5-C04E17318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737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361647-2A8D-EFF3-BF16-D1A67FCB8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DCC8A-41E9-432E-8181-7F7D32A4534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E1456B-BCD1-D45C-638C-7CD9D213F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E0D2C-680A-6C8B-FF6A-52450298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A0E4-FF61-4EB9-94F5-C04E17318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31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2111C-1ECA-B5B4-E1AF-1E99A565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A913-B9F4-EA9A-E7B3-10CEBDC6C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0377C-0446-6368-8D81-78E43DEDF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3B3EF-B92B-C118-0EF1-7C371983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DCC8A-41E9-432E-8181-7F7D32A4534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489CF-D52A-68B4-ED90-26A5C6F2A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F877D-46F4-53A3-9C76-B3BB22DD6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A0E4-FF61-4EB9-94F5-C04E17318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72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D46BB-DA4B-084C-E562-3D94C7CAD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865737-3B01-45A8-7D81-9D1CF5D27A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84263-27F6-99BA-176C-A428945F2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59F4A6-3772-9E25-66C2-ECEE3DCF0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DCC8A-41E9-432E-8181-7F7D32A4534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5C960-2497-597F-CFB0-F698746C0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917E5-7411-1B79-3969-78DC210B5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A0E4-FF61-4EB9-94F5-C04E17318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997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AD641-2F2D-EF19-CE77-74CFB717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E36BFF-3246-9DD0-9ECA-787C1F83E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A71E7-806A-5090-6FB0-E107C6F7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DCC8A-41E9-432E-8181-7F7D32A4534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4DF18-8FE2-4BB2-A0A1-61DD6A673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DDCFF-1328-4FEA-73E9-C96A2BE9D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A0E4-FF61-4EB9-94F5-C04E17318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508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E5A64B-DEDE-348E-C74A-25B87A60F8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529DA-CB4A-4374-9D74-2B691AD37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6D891-6C52-EDCB-2BF1-0E0932ED4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DCC8A-41E9-432E-8181-7F7D32A4534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E0703-F0AC-2F7F-7F54-52EFF3AE6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79FF4-405E-3654-3808-BE667D2A4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A0E4-FF61-4EB9-94F5-C04E17318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08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C15A4A-D4E7-B53A-C628-58F16456F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D403C-EE96-3879-13D9-907B21767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42B22-1C4E-94BF-713C-6052DE3FB8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6DCC8A-41E9-432E-8181-7F7D32A4534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14704-0F8C-D208-46B4-2652B421C3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5293F-D4B0-2245-4C1F-D4E741B6B0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91A0E4-FF61-4EB9-94F5-C04E17318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40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C9B9EF-0D93-6A81-5158-EE55EC090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09" y="91151"/>
            <a:ext cx="11796782" cy="667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293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2B465-503B-A01A-2C9F-28EE74162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459E72-4157-A32F-6465-60BC03AEB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05" y="87340"/>
            <a:ext cx="11872989" cy="668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938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90B15-A802-5C04-D11D-1FEC6FEAC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9911BA-9240-CD2D-A46E-AE2B07AE9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19" y="148305"/>
            <a:ext cx="11789162" cy="656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056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79B55-0AB0-0462-1C01-7A52EBC01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9FE70A-4176-1DD7-7D46-25975939C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16" y="125443"/>
            <a:ext cx="11865368" cy="66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618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BEA6-3D55-AE42-C98F-5F6445CBC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2C30F4-A477-00A2-A6DC-C327C47A9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85" y="110202"/>
            <a:ext cx="11888230" cy="663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015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5D7B1-DA73-DAFA-C67C-FC0241644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32B78D-1196-2719-9BFE-F187BEE95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16" y="110202"/>
            <a:ext cx="11865368" cy="663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397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622E5-8FAF-A542-3DBE-5B2A30D95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2CE306-110F-5A4C-4841-974F509D9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74" y="114012"/>
            <a:ext cx="11895851" cy="662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339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A74D6-14DE-C4AB-88BD-62C2CBF81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190C1C-8C14-B065-6C3E-0AE9C64B8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05" y="106392"/>
            <a:ext cx="11872989" cy="664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787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DBA8D-F132-6680-2FF9-720A61733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759EEE-2B1A-FC88-5EFA-43639C81B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67" y="125443"/>
            <a:ext cx="11827265" cy="66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292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9FA12-7766-ADA9-2563-A4CBC5FFD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68F22E-B168-EA03-F9A8-F5F46F128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67" y="140685"/>
            <a:ext cx="11827265" cy="65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966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1CCBD-07C7-23E6-A2FE-FC5F88627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3A940A-2FEA-B99A-5EDC-24D56E166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67" y="121633"/>
            <a:ext cx="11827265" cy="661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824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mcgee</dc:creator>
  <cp:lastModifiedBy>joe mcgee</cp:lastModifiedBy>
  <cp:revision>1</cp:revision>
  <dcterms:created xsi:type="dcterms:W3CDTF">2025-11-22T15:42:27Z</dcterms:created>
  <dcterms:modified xsi:type="dcterms:W3CDTF">2025-11-28T07:25:20Z</dcterms:modified>
</cp:coreProperties>
</file>