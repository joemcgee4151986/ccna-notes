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BBB07-8701-EB3B-D66A-CE8ED6380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82559F-7362-1257-584E-64FCB0239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6BEC1-117E-BFCD-321C-B68799491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3A9B5-9420-CF86-DAC3-94D5061C4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39031-DBBF-EE7F-19FF-F7B37AC8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94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BFCD1-CED0-069E-F143-774B05D31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60F85-A63D-BC9D-A870-FE5D35360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A94BF-509F-D33C-F82E-F8D03041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E6491-D1B2-E4A7-4827-9F122C4EA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34D2E-F73D-D271-A0DC-6BF2013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3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A21E8-422F-D483-3024-C90BBC9F8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F606B-74B3-14AD-E813-C42C49C15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621BF-BC18-2074-2929-93119795D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34379-DFDF-2573-A110-EA7DE207A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81BF0-8B3A-7DF8-9BFB-9DAE20DA8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0643-AD4A-1AC2-AF41-D685A074E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66204-44A5-89B5-CA4B-465966B2AD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22135C-CFFD-E463-F29D-955132780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89D94-9704-9444-5644-B3B112925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89057C-88B6-D67A-88D0-302147B1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09AA35-2F48-68D0-76E8-C8940EA5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74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E200C-42E5-7734-8F1B-1B434CA4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04A00-4916-3DA5-809D-4B7B6E67A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0041A8-C3AA-EAC9-124A-72026F5F6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DDB42-B08F-6B89-F2A3-E4AA8F118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B1E51E-037F-EE22-323B-6AEA78F722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B2B6BD-7D2E-2EE9-D14D-59FC4FEAE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9B702C-F301-9D4A-20EB-91270910E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D3AFEF-EB86-618D-63D6-51D88A9C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00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660D-D6AF-69A1-A25E-2F2DEFE7C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2596DC-E67E-E7D0-9E16-698F7C653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AF0C09-BA68-8227-D5AF-4AC8B61DD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4E627C-3E18-C4A0-D6E9-4F1BBD02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737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361647-2A8D-EFF3-BF16-D1A67FCB8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1456B-BCD1-D45C-638C-7CD9D213F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E0D2C-680A-6C8B-FF6A-52450298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31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2111C-1ECA-B5B4-E1AF-1E99A5658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A913-B9F4-EA9A-E7B3-10CEBDC6C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0377C-0446-6368-8D81-78E43DEDF3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23B3EF-B92B-C118-0EF1-7C371983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489CF-D52A-68B4-ED90-26A5C6F2A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CF877D-46F4-53A3-9C76-B3BB22DD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7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46BB-DA4B-084C-E562-3D94C7CAD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65737-3B01-45A8-7D81-9D1CF5D27A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84263-27F6-99BA-176C-A428945F23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9F4A6-3772-9E25-66C2-ECEE3DCF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5C960-2497-597F-CFB0-F698746C0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917E5-7411-1B79-3969-78DC210B5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97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AD641-2F2D-EF19-CE77-74CFB717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E36BFF-3246-9DD0-9ECA-787C1F83E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71E7-806A-5090-6FB0-E107C6F71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DF18-8FE2-4BB2-A0A1-61DD6A67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DDCFF-1328-4FEA-73E9-C96A2BE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08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E5A64B-DEDE-348E-C74A-25B87A60F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6529DA-CB4A-4374-9D74-2B691AD37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6D891-6C52-EDCB-2BF1-0E0932ED4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E0703-F0AC-2F7F-7F54-52EFF3AE6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79FF4-405E-3654-3808-BE667D2A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08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15A4A-D4E7-B53A-C628-58F16456F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D403C-EE96-3879-13D9-907B21767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42B22-1C4E-94BF-713C-6052DE3FB8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6DCC8A-41E9-432E-8181-7F7D32A4534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14704-0F8C-D208-46B4-2652B421C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5293F-D4B0-2245-4C1F-D4E741B6B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9B9EF-0D93-6A81-5158-EE55EC090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09" y="91151"/>
            <a:ext cx="11796782" cy="66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293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2B465-503B-A01A-2C9F-28EE74162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3938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90B15-A802-5C04-D11D-1FEC6FEAC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7056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79B55-0AB0-0462-1C01-7A52EBC0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3618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BEA6-3D55-AE42-C98F-5F6445CBC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7015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D7B1-DA73-DAFA-C67C-FC024164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397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22E5-8FAF-A542-3DBE-5B2A30D9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7339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1</cp:revision>
  <dcterms:created xsi:type="dcterms:W3CDTF">2025-11-22T15:42:27Z</dcterms:created>
  <dcterms:modified xsi:type="dcterms:W3CDTF">2025-11-22T15:44:50Z</dcterms:modified>
</cp:coreProperties>
</file>