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A24F-7C8F-50C2-AF18-D27CED0D5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83BDC-E5C8-75F2-E333-343BD9FE7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DE95-813D-08AE-0D0D-119BE4F9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6BCE-5865-54C2-F8C5-AA41FA99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34C0-A8C0-614D-E508-57C05082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8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3BB0-E01F-5662-6B8E-0A52AFE3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01EDE-C322-A165-34E2-B1462D7F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C16E0-5D77-D0C7-75A0-EC32E485E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8B781-6C31-BA36-5C7E-0A1683EC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07FFC-40CF-7D01-2CDC-B25E88A9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DB9-99C8-CD1B-00FD-A5589634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9C0DD-A5C5-B706-4B59-5624FE09F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32EC7-BD89-AE8D-993A-9A86B672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C5E0F-B11A-4FF5-6D69-AAF507B9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097E-A10D-7CFC-D821-25D12480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3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2B1E-1087-78AA-9F4B-CFFF5983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73378-9436-1309-91AB-E2BC65664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0884C-D6E9-043C-15AE-914E383B5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12729-0F01-BFEA-77D7-3CCC127C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359CB-5E82-0D79-4734-B3890648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180A2-C38F-32CE-8AB9-B05A1C1B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8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15AF-6B51-FE1B-055A-A2E6DBEC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D64D4-6571-AF68-9E4B-72B78EE04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37366-A1C3-42AB-937E-97EDE5C88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17DDD-C3AE-648B-DDEA-1427B714C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075DA-9DB8-BB2F-5CC4-D40614051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37333-0C2F-F24E-F200-6E3690DB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6605F-11F8-DFB5-06E2-6203D08F8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CF811-3C00-9944-F6E9-03F52C0B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2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3F60-8031-1EC6-0A03-810C3B12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E142C-1F7F-8F69-9339-C7DFBB4B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626A1-3A6F-2EF3-39FF-95311F09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EC09A-B142-CD55-06EA-4421CE5F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99563-C5A5-4C95-4F3F-7DED464A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686FB-8709-035E-BACD-2D81FC16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71FDB-37D1-05C4-6D24-E461A79F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2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4679-D6D3-7062-1AFF-825A928E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97BB6-48B7-E1EC-7EF7-550EDF4F6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83DD3-558B-1925-F4D1-4E4629EA2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C46F3-36AA-351D-C266-8630271A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752C7-9C4E-3CB8-2AB1-521D3D53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2633A-A16C-498B-673B-9592543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B27C-55AA-ACDE-0B33-8544DC95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FFEAE-A3BB-B732-7A88-58E5F1C37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3E3E3-4007-BC20-88E5-ABA78B436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74926-0233-5A02-5B4F-991F9CFA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2FB5-8FB9-66FF-DC3E-E550D567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6A996-64A8-3C53-5BED-DE3CF99E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6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13E7-FEED-478A-1C2E-1179C203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2AF4C-C55C-A85F-10A4-6363DBC76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6427E-45ED-71B5-97E4-00C0447C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7948-C5F6-CB7B-2F19-A49D1CD1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E8580-BCD7-2CB8-3C4B-E0A89C1A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3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BEEE6-A00E-3528-D89B-A525D003D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B498B-AD11-93BC-7334-CD2EB120C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27A4F-F036-7D6F-4AC3-9BB1FADA7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D157B-4FEA-CFE8-3234-E5B30C1C8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FC30C-962F-3700-C2E5-A2A9209B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5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D1E11-6433-EB04-EA29-BFFA989F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67458-415F-5B1D-7B94-D0AAB9060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24F2-76C3-06FB-FBEB-CE56DF024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27A05-EB5E-4A06-AF7C-B563B8150BE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4B25-3B41-FD8B-2AD4-802674827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A3680-3B37-2883-6CFE-EA68B6C3E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7FB5D-3FF8-45E5-B8A1-E969A2049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8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F72AD8-FE6C-A73D-7990-1D544427C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25443"/>
            <a:ext cx="11827265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3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EF6B-073D-1D60-B1B7-7C8D4C3C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21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FD5C-8BD3-4571-CED5-B4AD631D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58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E46B-7237-004E-903F-899D90F2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08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C980-1B12-354D-99DE-154AF10E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3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77313-AE50-2EEF-B665-ADC650FC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32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0F820-3AC9-C3D4-E547-09DFF712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F9BC-3265-40D3-8D9B-683E8D61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3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200C-43E4-41C3-4260-214752D6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23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362D4-6DC1-7893-F415-FF58DBD3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62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0329D-E90D-87EB-C2DE-1B6841186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420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8C34-27BC-F449-9E0E-39CC438A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58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91A89-F1A0-A73B-E626-5F888475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411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5607-98C6-D1EC-03E7-B5C95387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383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4303-D334-41B0-85E4-2D6CBF72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06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2025-11-27T14:16:00Z</dcterms:created>
  <dcterms:modified xsi:type="dcterms:W3CDTF">2025-11-27T14:17:02Z</dcterms:modified>
</cp:coreProperties>
</file>