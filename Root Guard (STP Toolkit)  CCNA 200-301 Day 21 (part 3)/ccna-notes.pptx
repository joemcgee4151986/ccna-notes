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46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mcgee" userId="18b4105e8c848f48" providerId="LiveId" clId="{F4CB7604-12E2-4C2C-A72E-4EEEDFE6408B}"/>
    <pc:docChg chg="modSld">
      <pc:chgData name="joe mcgee" userId="18b4105e8c848f48" providerId="LiveId" clId="{F4CB7604-12E2-4C2C-A72E-4EEEDFE6408B}" dt="2025-11-28T13:03:16.254" v="7" actId="22"/>
      <pc:docMkLst>
        <pc:docMk/>
      </pc:docMkLst>
      <pc:sldChg chg="addSp mod">
        <pc:chgData name="joe mcgee" userId="18b4105e8c848f48" providerId="LiveId" clId="{F4CB7604-12E2-4C2C-A72E-4EEEDFE6408B}" dt="2025-11-28T13:00:19.987" v="0" actId="22"/>
        <pc:sldMkLst>
          <pc:docMk/>
          <pc:sldMk cId="3607211251" sldId="257"/>
        </pc:sldMkLst>
        <pc:picChg chg="add">
          <ac:chgData name="joe mcgee" userId="18b4105e8c848f48" providerId="LiveId" clId="{F4CB7604-12E2-4C2C-A72E-4EEEDFE6408B}" dt="2025-11-28T13:00:19.987" v="0" actId="22"/>
          <ac:picMkLst>
            <pc:docMk/>
            <pc:sldMk cId="3607211251" sldId="257"/>
            <ac:picMk id="3" creationId="{FD421150-1107-432B-2039-D5202E8040B8}"/>
          </ac:picMkLst>
        </pc:picChg>
      </pc:sldChg>
      <pc:sldChg chg="addSp mod">
        <pc:chgData name="joe mcgee" userId="18b4105e8c848f48" providerId="LiveId" clId="{F4CB7604-12E2-4C2C-A72E-4EEEDFE6408B}" dt="2025-11-28T13:00:57.734" v="1" actId="22"/>
        <pc:sldMkLst>
          <pc:docMk/>
          <pc:sldMk cId="1556585913" sldId="258"/>
        </pc:sldMkLst>
        <pc:picChg chg="add">
          <ac:chgData name="joe mcgee" userId="18b4105e8c848f48" providerId="LiveId" clId="{F4CB7604-12E2-4C2C-A72E-4EEEDFE6408B}" dt="2025-11-28T13:00:57.734" v="1" actId="22"/>
          <ac:picMkLst>
            <pc:docMk/>
            <pc:sldMk cId="1556585913" sldId="258"/>
            <ac:picMk id="3" creationId="{9B583CEA-E1AB-70F3-8402-9A0582885F18}"/>
          </ac:picMkLst>
        </pc:picChg>
      </pc:sldChg>
      <pc:sldChg chg="addSp mod">
        <pc:chgData name="joe mcgee" userId="18b4105e8c848f48" providerId="LiveId" clId="{F4CB7604-12E2-4C2C-A72E-4EEEDFE6408B}" dt="2025-11-28T13:01:22.920" v="2" actId="22"/>
        <pc:sldMkLst>
          <pc:docMk/>
          <pc:sldMk cId="2413081918" sldId="259"/>
        </pc:sldMkLst>
        <pc:picChg chg="add">
          <ac:chgData name="joe mcgee" userId="18b4105e8c848f48" providerId="LiveId" clId="{F4CB7604-12E2-4C2C-A72E-4EEEDFE6408B}" dt="2025-11-28T13:01:22.920" v="2" actId="22"/>
          <ac:picMkLst>
            <pc:docMk/>
            <pc:sldMk cId="2413081918" sldId="259"/>
            <ac:picMk id="3" creationId="{12AE3A38-041C-CA79-C363-055685FBBFD8}"/>
          </ac:picMkLst>
        </pc:picChg>
      </pc:sldChg>
      <pc:sldChg chg="addSp mod">
        <pc:chgData name="joe mcgee" userId="18b4105e8c848f48" providerId="LiveId" clId="{F4CB7604-12E2-4C2C-A72E-4EEEDFE6408B}" dt="2025-11-28T13:01:35.816" v="3" actId="22"/>
        <pc:sldMkLst>
          <pc:docMk/>
          <pc:sldMk cId="26323489" sldId="260"/>
        </pc:sldMkLst>
        <pc:picChg chg="add">
          <ac:chgData name="joe mcgee" userId="18b4105e8c848f48" providerId="LiveId" clId="{F4CB7604-12E2-4C2C-A72E-4EEEDFE6408B}" dt="2025-11-28T13:01:35.816" v="3" actId="22"/>
          <ac:picMkLst>
            <pc:docMk/>
            <pc:sldMk cId="26323489" sldId="260"/>
            <ac:picMk id="3" creationId="{8C98724D-12FB-8455-7992-5C14E35B414C}"/>
          </ac:picMkLst>
        </pc:picChg>
      </pc:sldChg>
      <pc:sldChg chg="addSp mod">
        <pc:chgData name="joe mcgee" userId="18b4105e8c848f48" providerId="LiveId" clId="{F4CB7604-12E2-4C2C-A72E-4EEEDFE6408B}" dt="2025-11-28T13:02:07.821" v="4" actId="22"/>
        <pc:sldMkLst>
          <pc:docMk/>
          <pc:sldMk cId="3725328719" sldId="261"/>
        </pc:sldMkLst>
        <pc:picChg chg="add">
          <ac:chgData name="joe mcgee" userId="18b4105e8c848f48" providerId="LiveId" clId="{F4CB7604-12E2-4C2C-A72E-4EEEDFE6408B}" dt="2025-11-28T13:02:07.821" v="4" actId="22"/>
          <ac:picMkLst>
            <pc:docMk/>
            <pc:sldMk cId="3725328719" sldId="261"/>
            <ac:picMk id="3" creationId="{3FD9E5E9-CEA6-B825-2A92-669AAF18164A}"/>
          </ac:picMkLst>
        </pc:picChg>
      </pc:sldChg>
      <pc:sldChg chg="addSp mod">
        <pc:chgData name="joe mcgee" userId="18b4105e8c848f48" providerId="LiveId" clId="{F4CB7604-12E2-4C2C-A72E-4EEEDFE6408B}" dt="2025-11-28T13:02:27.749" v="5" actId="22"/>
        <pc:sldMkLst>
          <pc:docMk/>
          <pc:sldMk cId="278332871" sldId="262"/>
        </pc:sldMkLst>
        <pc:picChg chg="add">
          <ac:chgData name="joe mcgee" userId="18b4105e8c848f48" providerId="LiveId" clId="{F4CB7604-12E2-4C2C-A72E-4EEEDFE6408B}" dt="2025-11-28T13:02:27.749" v="5" actId="22"/>
          <ac:picMkLst>
            <pc:docMk/>
            <pc:sldMk cId="278332871" sldId="262"/>
            <ac:picMk id="3" creationId="{C9A97C60-C3D7-872C-A3E7-B4096DE086DD}"/>
          </ac:picMkLst>
        </pc:picChg>
      </pc:sldChg>
      <pc:sldChg chg="addSp mod">
        <pc:chgData name="joe mcgee" userId="18b4105e8c848f48" providerId="LiveId" clId="{F4CB7604-12E2-4C2C-A72E-4EEEDFE6408B}" dt="2025-11-28T13:02:52.395" v="6" actId="22"/>
        <pc:sldMkLst>
          <pc:docMk/>
          <pc:sldMk cId="239336338" sldId="263"/>
        </pc:sldMkLst>
        <pc:picChg chg="add">
          <ac:chgData name="joe mcgee" userId="18b4105e8c848f48" providerId="LiveId" clId="{F4CB7604-12E2-4C2C-A72E-4EEEDFE6408B}" dt="2025-11-28T13:02:52.395" v="6" actId="22"/>
          <ac:picMkLst>
            <pc:docMk/>
            <pc:sldMk cId="239336338" sldId="263"/>
            <ac:picMk id="3" creationId="{77E8CEC7-F1AE-8A00-777C-575CF10B53FC}"/>
          </ac:picMkLst>
        </pc:picChg>
      </pc:sldChg>
      <pc:sldChg chg="addSp mod">
        <pc:chgData name="joe mcgee" userId="18b4105e8c848f48" providerId="LiveId" clId="{F4CB7604-12E2-4C2C-A72E-4EEEDFE6408B}" dt="2025-11-28T13:03:16.254" v="7" actId="22"/>
        <pc:sldMkLst>
          <pc:docMk/>
          <pc:sldMk cId="3538230265" sldId="264"/>
        </pc:sldMkLst>
        <pc:picChg chg="add">
          <ac:chgData name="joe mcgee" userId="18b4105e8c848f48" providerId="LiveId" clId="{F4CB7604-12E2-4C2C-A72E-4EEEDFE6408B}" dt="2025-11-28T13:03:16.254" v="7" actId="22"/>
          <ac:picMkLst>
            <pc:docMk/>
            <pc:sldMk cId="3538230265" sldId="264"/>
            <ac:picMk id="3" creationId="{422B93BA-0E52-5B4C-6EE3-76C839AB3F7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5A24F-7C8F-50C2-AF18-D27CED0D5C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F83BDC-E5C8-75F2-E333-343BD9FE7A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3DE95-813D-08AE-0D0D-119BE4F9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F6BCE-5865-54C2-F8C5-AA41FA994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534C0-A8C0-614D-E508-57C05082F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82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C3BB0-E01F-5662-6B8E-0A52AFE3F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01EDE-C322-A165-34E2-B1462D7F8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C16E0-5D77-D0C7-75A0-EC32E485E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8B781-6C31-BA36-5C7E-0A1683EC7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07FFC-40CF-7D01-2CDC-B25E88A95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B1DB9-99C8-CD1B-00FD-A5589634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9C0DD-A5C5-B706-4B59-5624FE09F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32EC7-BD89-AE8D-993A-9A86B672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C5E0F-B11A-4FF5-6D69-AAF507B97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C097E-A10D-7CFC-D821-25D124800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532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2B1E-1087-78AA-9F4B-CFFF59830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73378-9436-1309-91AB-E2BC65664E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0884C-D6E9-043C-15AE-914E383B5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012729-0F01-BFEA-77D7-3CCC127C7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A359CB-5E82-0D79-4734-B38906485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180A2-C38F-32CE-8AB9-B05A1C1B2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086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515AF-6B51-FE1B-055A-A2E6DBECF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D64D4-6571-AF68-9E4B-72B78EE04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366-A1C3-42AB-937E-97EDE5C88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117DDD-C3AE-648B-DDEA-1427B714CB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E075DA-9DB8-BB2F-5CC4-D40614051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237333-0C2F-F24E-F200-6E3690DB4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D6605F-11F8-DFB5-06E2-6203D08F8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2CF811-3C00-9944-F6E9-03F52C0BE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62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A3F60-8031-1EC6-0A03-810C3B12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BE142C-1F7F-8F69-9339-C7DFBB4BF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E626A1-3A6F-2EF3-39FF-95311F099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4EC09A-B142-CD55-06EA-4421CE5F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6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199563-C5A5-4C95-4F3F-7DED464AB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4686FB-8709-035E-BACD-2D81FC162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1FDB-37D1-05C4-6D24-E461A79FE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529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4679-D6D3-7062-1AFF-825A928E1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97BB6-48B7-E1EC-7EF7-550EDF4F6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83DD3-558B-1925-F4D1-4E4629EA29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EC46F3-36AA-351D-C266-8630271AA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2752C7-9C4E-3CB8-2AB1-521D3D53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2633A-A16C-498B-673B-959254321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115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EB27C-55AA-ACDE-0B33-8544DC958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3FFEAE-A3BB-B732-7A88-58E5F1C37F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53E3E3-4007-BC20-88E5-ABA78B436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74926-0233-5A02-5B4F-991F9CFA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9B2FB5-8FB9-66FF-DC3E-E550D5672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96A996-64A8-3C53-5BED-DE3CF99EB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763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113E7-FEED-478A-1C2E-1179C2038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72AF4C-C55C-A85F-10A4-6363DBC762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6427E-45ED-71B5-97E4-00C0447C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C7948-C5F6-CB7B-2F19-A49D1CD15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E8580-BCD7-2CB8-3C4B-E0A89C1AE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838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9BEEE6-A00E-3528-D89B-A525D003D2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FB498B-AD11-93BC-7334-CD2EB120C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27A4F-F036-7D6F-4AC3-9BB1FADA7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D157B-4FEA-CFE8-3234-E5B30C1C8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FC30C-962F-3700-C2E5-A2A9209B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54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FD1E11-6433-EB04-EA29-BFFA989F1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D67458-415F-5B1D-7B94-D0AAB9060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B24F2-76C3-06FB-FBEB-CE56DF0243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427A05-EB5E-4A06-AF7C-B563B8150BE0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44B25-3B41-FD8B-2AD4-802674827C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A3680-3B37-2883-6CFE-EA68B6C3E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B7FB5D-3FF8-45E5-B8A1-E969A20491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48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F72AD8-FE6C-A73D-7990-1D544427C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25443"/>
            <a:ext cx="11827265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43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6EF6B-073D-1D60-B1B7-7C8D4C3C0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421150-1107-432B-2039-D5202E804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2" y="75909"/>
            <a:ext cx="11941575" cy="670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211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FD5C-8BD3-4571-CED5-B4AD631D7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583CEA-E1AB-70F3-8402-9A0582885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57" y="102581"/>
            <a:ext cx="11834886" cy="66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585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AE46B-7237-004E-903F-899D90F22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AE3A38-041C-CA79-C363-055685FB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57" y="125443"/>
            <a:ext cx="11834886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81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AC980-1B12-354D-99DE-154AF10E5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98724D-12FB-8455-7992-5C14E35B4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40" y="72099"/>
            <a:ext cx="11773920" cy="671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3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77313-AE50-2EEF-B665-ADC650FCA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D9E5E9-CEA6-B825-2A92-669AAF181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57" y="94961"/>
            <a:ext cx="11834886" cy="666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328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0F820-3AC9-C3D4-E547-09DFF712C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A97C60-C3D7-872C-A3E7-B4096DE08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9" y="148305"/>
            <a:ext cx="11789162" cy="6561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32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AF9BC-3265-40D3-8D9B-683E8D619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E8CEC7-F1AE-8A00-777C-575CF10B5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26" y="106392"/>
            <a:ext cx="11857748" cy="664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36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200C-43E4-41C3-4260-214752D69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2B93BA-0E52-5B4C-6EE3-76C839AB3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9" y="102581"/>
            <a:ext cx="11781541" cy="66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230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362D4-6DC1-7893-F415-FF58DBD32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629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0329D-E90D-87EB-C2DE-1B6841186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8420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F8C34-27BC-F449-9E0E-39CC438AF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5818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91A89-F1A0-A73B-E626-5F888475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41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5607-98C6-D1EC-03E7-B5C953878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1383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4303-D334-41B0-85E4-2D6CBF72C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0060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1</cp:revision>
  <dcterms:created xsi:type="dcterms:W3CDTF">2025-11-27T14:16:00Z</dcterms:created>
  <dcterms:modified xsi:type="dcterms:W3CDTF">2025-11-28T13:03:22Z</dcterms:modified>
</cp:coreProperties>
</file>