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014" autoAdjust="0"/>
    <p:restoredTop sz="94660"/>
  </p:normalViewPr>
  <p:slideViewPr>
    <p:cSldViewPr snapToGrid="0">
      <p:cViewPr varScale="1">
        <p:scale>
          <a:sx n="121" d="100"/>
          <a:sy n="121" d="100"/>
        </p:scale>
        <p:origin x="461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oe mcgee" userId="18b4105e8c848f48" providerId="LiveId" clId="{F4CB7604-12E2-4C2C-A72E-4EEEDFE6408B}"/>
    <pc:docChg chg="delSld modSld">
      <pc:chgData name="joe mcgee" userId="18b4105e8c848f48" providerId="LiveId" clId="{F4CB7604-12E2-4C2C-A72E-4EEEDFE6408B}" dt="2025-11-30T09:15:20.831" v="14" actId="47"/>
      <pc:docMkLst>
        <pc:docMk/>
      </pc:docMkLst>
      <pc:sldChg chg="addSp mod">
        <pc:chgData name="joe mcgee" userId="18b4105e8c848f48" providerId="LiveId" clId="{F4CB7604-12E2-4C2C-A72E-4EEEDFE6408B}" dt="2025-11-28T12:40:50.945" v="0" actId="22"/>
        <pc:sldMkLst>
          <pc:docMk/>
          <pc:sldMk cId="534460626" sldId="258"/>
        </pc:sldMkLst>
        <pc:picChg chg="add">
          <ac:chgData name="joe mcgee" userId="18b4105e8c848f48" providerId="LiveId" clId="{F4CB7604-12E2-4C2C-A72E-4EEEDFE6408B}" dt="2025-11-28T12:40:50.945" v="0" actId="22"/>
          <ac:picMkLst>
            <pc:docMk/>
            <pc:sldMk cId="534460626" sldId="258"/>
            <ac:picMk id="3" creationId="{7A034434-10F2-321A-943A-8BC8DC5F7771}"/>
          </ac:picMkLst>
        </pc:picChg>
      </pc:sldChg>
      <pc:sldChg chg="addSp mod">
        <pc:chgData name="joe mcgee" userId="18b4105e8c848f48" providerId="LiveId" clId="{F4CB7604-12E2-4C2C-A72E-4EEEDFE6408B}" dt="2025-11-28T12:42:35.150" v="1" actId="22"/>
        <pc:sldMkLst>
          <pc:docMk/>
          <pc:sldMk cId="34898973" sldId="259"/>
        </pc:sldMkLst>
        <pc:picChg chg="add">
          <ac:chgData name="joe mcgee" userId="18b4105e8c848f48" providerId="LiveId" clId="{F4CB7604-12E2-4C2C-A72E-4EEEDFE6408B}" dt="2025-11-28T12:42:35.150" v="1" actId="22"/>
          <ac:picMkLst>
            <pc:docMk/>
            <pc:sldMk cId="34898973" sldId="259"/>
            <ac:picMk id="3" creationId="{8F1274EB-993D-C9A9-79C9-6A02C8AD9F8B}"/>
          </ac:picMkLst>
        </pc:picChg>
      </pc:sldChg>
      <pc:sldChg chg="addSp mod">
        <pc:chgData name="joe mcgee" userId="18b4105e8c848f48" providerId="LiveId" clId="{F4CB7604-12E2-4C2C-A72E-4EEEDFE6408B}" dt="2025-11-28T12:44:45.436" v="2" actId="22"/>
        <pc:sldMkLst>
          <pc:docMk/>
          <pc:sldMk cId="568920020" sldId="260"/>
        </pc:sldMkLst>
        <pc:picChg chg="add">
          <ac:chgData name="joe mcgee" userId="18b4105e8c848f48" providerId="LiveId" clId="{F4CB7604-12E2-4C2C-A72E-4EEEDFE6408B}" dt="2025-11-28T12:44:45.436" v="2" actId="22"/>
          <ac:picMkLst>
            <pc:docMk/>
            <pc:sldMk cId="568920020" sldId="260"/>
            <ac:picMk id="3" creationId="{64831D0C-314F-8983-41D9-55CEA4381F6A}"/>
          </ac:picMkLst>
        </pc:picChg>
      </pc:sldChg>
      <pc:sldChg chg="addSp mod">
        <pc:chgData name="joe mcgee" userId="18b4105e8c848f48" providerId="LiveId" clId="{F4CB7604-12E2-4C2C-A72E-4EEEDFE6408B}" dt="2025-11-28T12:45:37.116" v="3" actId="22"/>
        <pc:sldMkLst>
          <pc:docMk/>
          <pc:sldMk cId="466719409" sldId="261"/>
        </pc:sldMkLst>
        <pc:picChg chg="add">
          <ac:chgData name="joe mcgee" userId="18b4105e8c848f48" providerId="LiveId" clId="{F4CB7604-12E2-4C2C-A72E-4EEEDFE6408B}" dt="2025-11-28T12:45:37.116" v="3" actId="22"/>
          <ac:picMkLst>
            <pc:docMk/>
            <pc:sldMk cId="466719409" sldId="261"/>
            <ac:picMk id="3" creationId="{B630DBA2-A7C9-9822-955D-3179FE34C2A9}"/>
          </ac:picMkLst>
        </pc:picChg>
      </pc:sldChg>
      <pc:sldChg chg="addSp mod">
        <pc:chgData name="joe mcgee" userId="18b4105e8c848f48" providerId="LiveId" clId="{F4CB7604-12E2-4C2C-A72E-4EEEDFE6408B}" dt="2025-11-28T12:46:01.682" v="4" actId="22"/>
        <pc:sldMkLst>
          <pc:docMk/>
          <pc:sldMk cId="2102788707" sldId="262"/>
        </pc:sldMkLst>
        <pc:picChg chg="add">
          <ac:chgData name="joe mcgee" userId="18b4105e8c848f48" providerId="LiveId" clId="{F4CB7604-12E2-4C2C-A72E-4EEEDFE6408B}" dt="2025-11-28T12:46:01.682" v="4" actId="22"/>
          <ac:picMkLst>
            <pc:docMk/>
            <pc:sldMk cId="2102788707" sldId="262"/>
            <ac:picMk id="3" creationId="{057C5BE9-5797-F879-4921-ADBF777C7D04}"/>
          </ac:picMkLst>
        </pc:picChg>
      </pc:sldChg>
      <pc:sldChg chg="addSp mod">
        <pc:chgData name="joe mcgee" userId="18b4105e8c848f48" providerId="LiveId" clId="{F4CB7604-12E2-4C2C-A72E-4EEEDFE6408B}" dt="2025-11-28T12:46:30.565" v="5" actId="22"/>
        <pc:sldMkLst>
          <pc:docMk/>
          <pc:sldMk cId="1341862449" sldId="263"/>
        </pc:sldMkLst>
        <pc:picChg chg="add">
          <ac:chgData name="joe mcgee" userId="18b4105e8c848f48" providerId="LiveId" clId="{F4CB7604-12E2-4C2C-A72E-4EEEDFE6408B}" dt="2025-11-28T12:46:30.565" v="5" actId="22"/>
          <ac:picMkLst>
            <pc:docMk/>
            <pc:sldMk cId="1341862449" sldId="263"/>
            <ac:picMk id="3" creationId="{459C3178-7752-91AC-18E1-66A64E90D860}"/>
          </ac:picMkLst>
        </pc:picChg>
      </pc:sldChg>
      <pc:sldChg chg="addSp mod">
        <pc:chgData name="joe mcgee" userId="18b4105e8c848f48" providerId="LiveId" clId="{F4CB7604-12E2-4C2C-A72E-4EEEDFE6408B}" dt="2025-11-28T12:47:02.943" v="6" actId="22"/>
        <pc:sldMkLst>
          <pc:docMk/>
          <pc:sldMk cId="1443141888" sldId="264"/>
        </pc:sldMkLst>
        <pc:picChg chg="add">
          <ac:chgData name="joe mcgee" userId="18b4105e8c848f48" providerId="LiveId" clId="{F4CB7604-12E2-4C2C-A72E-4EEEDFE6408B}" dt="2025-11-28T12:47:02.943" v="6" actId="22"/>
          <ac:picMkLst>
            <pc:docMk/>
            <pc:sldMk cId="1443141888" sldId="264"/>
            <ac:picMk id="3" creationId="{6BDC781E-2FF9-2095-B144-E218C30C59E2}"/>
          </ac:picMkLst>
        </pc:picChg>
      </pc:sldChg>
      <pc:sldChg chg="addSp mod">
        <pc:chgData name="joe mcgee" userId="18b4105e8c848f48" providerId="LiveId" clId="{F4CB7604-12E2-4C2C-A72E-4EEEDFE6408B}" dt="2025-11-28T12:47:22.700" v="7" actId="22"/>
        <pc:sldMkLst>
          <pc:docMk/>
          <pc:sldMk cId="2461890753" sldId="265"/>
        </pc:sldMkLst>
        <pc:picChg chg="add">
          <ac:chgData name="joe mcgee" userId="18b4105e8c848f48" providerId="LiveId" clId="{F4CB7604-12E2-4C2C-A72E-4EEEDFE6408B}" dt="2025-11-28T12:47:22.700" v="7" actId="22"/>
          <ac:picMkLst>
            <pc:docMk/>
            <pc:sldMk cId="2461890753" sldId="265"/>
            <ac:picMk id="3" creationId="{4D86C45A-40C2-DC2B-EAC7-7E1D8796E1AE}"/>
          </ac:picMkLst>
        </pc:picChg>
      </pc:sldChg>
      <pc:sldChg chg="addSp mod">
        <pc:chgData name="joe mcgee" userId="18b4105e8c848f48" providerId="LiveId" clId="{F4CB7604-12E2-4C2C-A72E-4EEEDFE6408B}" dt="2025-11-28T12:48:09.910" v="8" actId="22"/>
        <pc:sldMkLst>
          <pc:docMk/>
          <pc:sldMk cId="3787806182" sldId="266"/>
        </pc:sldMkLst>
        <pc:picChg chg="add">
          <ac:chgData name="joe mcgee" userId="18b4105e8c848f48" providerId="LiveId" clId="{F4CB7604-12E2-4C2C-A72E-4EEEDFE6408B}" dt="2025-11-28T12:48:09.910" v="8" actId="22"/>
          <ac:picMkLst>
            <pc:docMk/>
            <pc:sldMk cId="3787806182" sldId="266"/>
            <ac:picMk id="3" creationId="{0F3C34C3-84D4-477B-12E2-797F548E68FF}"/>
          </ac:picMkLst>
        </pc:picChg>
      </pc:sldChg>
      <pc:sldChg chg="addSp mod">
        <pc:chgData name="joe mcgee" userId="18b4105e8c848f48" providerId="LiveId" clId="{F4CB7604-12E2-4C2C-A72E-4EEEDFE6408B}" dt="2025-11-28T12:48:39.552" v="9" actId="22"/>
        <pc:sldMkLst>
          <pc:docMk/>
          <pc:sldMk cId="1888269977" sldId="267"/>
        </pc:sldMkLst>
        <pc:picChg chg="add">
          <ac:chgData name="joe mcgee" userId="18b4105e8c848f48" providerId="LiveId" clId="{F4CB7604-12E2-4C2C-A72E-4EEEDFE6408B}" dt="2025-11-28T12:48:39.552" v="9" actId="22"/>
          <ac:picMkLst>
            <pc:docMk/>
            <pc:sldMk cId="1888269977" sldId="267"/>
            <ac:picMk id="3" creationId="{556B5950-14EE-CE61-7C84-0AAA7ECD1551}"/>
          </ac:picMkLst>
        </pc:picChg>
      </pc:sldChg>
      <pc:sldChg chg="del">
        <pc:chgData name="joe mcgee" userId="18b4105e8c848f48" providerId="LiveId" clId="{F4CB7604-12E2-4C2C-A72E-4EEEDFE6408B}" dt="2025-11-30T09:15:20.831" v="14" actId="47"/>
        <pc:sldMkLst>
          <pc:docMk/>
          <pc:sldMk cId="897824290" sldId="268"/>
        </pc:sldMkLst>
      </pc:sldChg>
      <pc:sldChg chg="del">
        <pc:chgData name="joe mcgee" userId="18b4105e8c848f48" providerId="LiveId" clId="{F4CB7604-12E2-4C2C-A72E-4EEEDFE6408B}" dt="2025-11-30T09:15:20.114" v="13" actId="47"/>
        <pc:sldMkLst>
          <pc:docMk/>
          <pc:sldMk cId="1745536976" sldId="269"/>
        </pc:sldMkLst>
      </pc:sldChg>
      <pc:sldChg chg="del">
        <pc:chgData name="joe mcgee" userId="18b4105e8c848f48" providerId="LiveId" clId="{F4CB7604-12E2-4C2C-A72E-4EEEDFE6408B}" dt="2025-11-30T09:15:19.728" v="12" actId="47"/>
        <pc:sldMkLst>
          <pc:docMk/>
          <pc:sldMk cId="3096285108" sldId="270"/>
        </pc:sldMkLst>
      </pc:sldChg>
      <pc:sldChg chg="del">
        <pc:chgData name="joe mcgee" userId="18b4105e8c848f48" providerId="LiveId" clId="{F4CB7604-12E2-4C2C-A72E-4EEEDFE6408B}" dt="2025-11-30T09:15:19.437" v="11" actId="47"/>
        <pc:sldMkLst>
          <pc:docMk/>
          <pc:sldMk cId="2652859149" sldId="271"/>
        </pc:sldMkLst>
      </pc:sldChg>
      <pc:sldChg chg="del">
        <pc:chgData name="joe mcgee" userId="18b4105e8c848f48" providerId="LiveId" clId="{F4CB7604-12E2-4C2C-A72E-4EEEDFE6408B}" dt="2025-11-30T09:15:19.151" v="10" actId="47"/>
        <pc:sldMkLst>
          <pc:docMk/>
          <pc:sldMk cId="2309371633" sldId="272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87323B-0EAC-ACAE-5EFE-CFB2EEF9EA1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92D84EA-7E21-4609-B839-84FFB742625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F759D0-B035-0154-6A13-517653D156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0D84C2-B443-4492-9BEB-03DF06FE2177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DED682-74BD-F2CB-A8D7-F290ECCE44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3BFDD2-CF60-5034-3A07-C79937825A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230429-037A-4F33-AFEE-875E9F93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94759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3B57AA-4161-C9B6-978F-D622446045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501947-E286-D55B-B654-D91AD5216D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7CF59C-F1AE-6FE7-D1DD-4CDA66F6D0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0D84C2-B443-4492-9BEB-03DF06FE2177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E3D96C-1C18-0FE4-D3C6-FECBCD94E1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D0B717-E942-E0AB-9A3D-1DEAE9003F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230429-037A-4F33-AFEE-875E9F93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82693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3A048F-A91C-5303-5A97-21F97C01E4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7BD6CCD-E737-A8CC-7070-605D7B7FBE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BD541D-48AA-76BD-0963-D61B1628B8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0D84C2-B443-4492-9BEB-03DF06FE2177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F889B3-09BC-2C6C-596F-6221938308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594A49-D278-9E75-3ABF-84F1A0055C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230429-037A-4F33-AFEE-875E9F93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28748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10027C-DD55-D467-5EEB-FBAA64DFFC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43040C-3369-4D19-7CCC-558149584F1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0A5BB8B-C5B3-EDB0-FA08-D0D9AA4FEDF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2363BBC-61E7-EDBD-F644-DE7982A5BF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0D84C2-B443-4492-9BEB-03DF06FE2177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5C9C9F2-BF69-F6A2-3B60-2248C7D09B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841CADA-381D-3A58-5A90-A2ACE9CE36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230429-037A-4F33-AFEE-875E9F93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31047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DBDF34-7CA7-6BE0-38B4-5FB61BFCF4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882B503-AC54-5ED2-C118-CED8026301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916CCD1-BB16-332E-37A5-D78A706DBE8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B3FF1CD-0D30-F9FF-6D95-3D9DC3CBC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4EF841D-D5E5-2A78-5DEB-608348BDB99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8226F37-6BE4-5DD8-3031-E6520E6B72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0D84C2-B443-4492-9BEB-03DF06FE2177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44CD8CF-7D12-515C-D2C6-BDF7AD538E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6CE586E-71C8-D0E9-5796-94FEFC8333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230429-037A-4F33-AFEE-875E9F93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40335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D46ED9-DDCB-F6DF-59CA-1BECD41A5B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EBEAF57-2FBB-F044-1654-82880AEE7D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0D84C2-B443-4492-9BEB-03DF06FE2177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0A5A1B3-0ECC-ED32-7535-3417E4CBEE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895EAE0-FB70-558E-069D-EBA47E0AE1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230429-037A-4F33-AFEE-875E9F93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8098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9DE20D4-007A-3247-5A94-4D6C390A59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0D84C2-B443-4492-9BEB-03DF06FE2177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5F1F5CD-0FCD-6FD6-40B4-86A185065E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A6B98F7-A0A3-F509-7777-C5C3E1D408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230429-037A-4F33-AFEE-875E9F93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73852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D62FD7-C3B0-7120-B007-62AC594396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7DB0C8-CD7C-1E61-2E15-10148A9CDC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DBBAFD7-EE0D-8D16-50F7-10B093D934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DE2CCC7-AFE3-1729-435C-D129D6CD6E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0D84C2-B443-4492-9BEB-03DF06FE2177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A3400DC-8154-5E2F-7D93-5FEB4069D7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17C493C-D709-5982-E07C-ECAB7D9CB8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230429-037A-4F33-AFEE-875E9F93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25116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13E0CA-932F-D591-00F5-64CF7B19DA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8083EDF-EE3E-1D6E-E565-7C3B0179DAB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E58939F-4D97-D580-1168-24970803C00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56C8298-93AA-093D-74B5-EFE56DE73D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0D84C2-B443-4492-9BEB-03DF06FE2177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34E18A9-CC85-3C6B-1C37-9429BFAD2E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5F4D706-8E9D-528D-B3D1-27AFD0B3F0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230429-037A-4F33-AFEE-875E9F93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50611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252AB5-0C1C-B102-6270-CC555AD795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65C86DF-6CC5-82C7-77F3-A630B1DD094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661E1A-050F-8286-A938-B931A2AD17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0D84C2-B443-4492-9BEB-03DF06FE2177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28525A-59E8-980D-9F64-052F2038FC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D1E848-DE81-0F61-4E1D-9C2BD0548A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230429-037A-4F33-AFEE-875E9F93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92826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2ECE699-7B1B-ABA1-0F04-B2A83305656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3DEA469-BF9F-9890-8383-BF5133529AB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AEF045-4CA0-6888-D893-498D4F0B08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0D84C2-B443-4492-9BEB-03DF06FE2177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A8ADC2-A98F-5521-FB2F-344CCC2A92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739445-5AFF-1C59-5423-EA5C659BAC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230429-037A-4F33-AFEE-875E9F93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32361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B8414D7-978E-9B00-5ED5-C334ABEDE4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13187BC-BC77-0A15-3248-B2A9B092D8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9F1BC4-39AC-5CEB-74C4-F0AB496B506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70D84C2-B443-4492-9BEB-03DF06FE2177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2DB2AA-9A77-F14D-E8FD-31DC4C5C492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755E00-CA6C-2FAC-1FE5-059BAC1CFD4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A230429-037A-4F33-AFEE-875E9F93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95181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5A867D1-56F4-3961-102F-98D87A5201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6178" y="102581"/>
            <a:ext cx="11819644" cy="66528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67576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35ACCE-FFDC-8A54-341B-C76DBA7D48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5EC37E8-30F6-D953-B3B7-E87A4C2DB3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316" y="87340"/>
            <a:ext cx="11865368" cy="66833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74730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AA3D0E-6DF2-0876-F8B4-C1742BA1E6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A034434-10F2-321A-943A-8BC8DC5F77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9988" y="110202"/>
            <a:ext cx="11812024" cy="66375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44606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3E2A40-89D1-BF5B-443B-73CA57DE64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F1274EB-993D-C9A9-79C9-6A02C8AD9F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4281" y="125443"/>
            <a:ext cx="11743438" cy="66071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989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A0521D-25B3-5CEF-6F72-076A96F1E5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4831D0C-314F-8983-41D9-55CEA4381F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557" y="106392"/>
            <a:ext cx="11834886" cy="66452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89200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1182F7-F651-506D-2E11-3DCF72447A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630DBA2-A7C9-9822-955D-3179FE34C2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471" y="83530"/>
            <a:ext cx="11751058" cy="66909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67194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2F345D-2574-4F37-B821-3AF69563C5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57C5BE9-5797-F879-4921-ADBF777C7D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471" y="91151"/>
            <a:ext cx="11751058" cy="66756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27887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128FDB-0217-80A5-A91D-81EE123603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59C3178-7752-91AC-18E1-66A64E90D8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557" y="133064"/>
            <a:ext cx="11834886" cy="65918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186244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579349-291F-2BED-6E81-A1302CD75B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BDC781E-2FF9-2095-B144-E218C30C59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229" y="144495"/>
            <a:ext cx="11781541" cy="65690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314188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49AECA-7358-0D57-9D07-DA2C675983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D86C45A-40C2-DC2B-EAC7-7E1D8796E1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367" y="133064"/>
            <a:ext cx="11827265" cy="65918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189075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FAEEE6-F778-1B48-45BC-3076C64112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F3C34C3-84D4-477B-12E2-797F548E68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9988" y="94961"/>
            <a:ext cx="11812024" cy="66680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780618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BF5788-B73B-1EEF-645C-FD58C37D9A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56B5950-14EE-CE61-7C84-0AAA7ECD15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936" y="87340"/>
            <a:ext cx="11850127" cy="66833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82699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277</TotalTime>
  <Words>0</Words>
  <Application>Microsoft Office PowerPoint</Application>
  <PresentationFormat>Widescreen</PresentationFormat>
  <Paragraphs>0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joe mcgee</dc:creator>
  <cp:lastModifiedBy>joe mcgee</cp:lastModifiedBy>
  <cp:revision>3</cp:revision>
  <dcterms:created xsi:type="dcterms:W3CDTF">2025-11-17T12:57:14Z</dcterms:created>
  <dcterms:modified xsi:type="dcterms:W3CDTF">2025-11-30T09:15:28Z</dcterms:modified>
</cp:coreProperties>
</file>