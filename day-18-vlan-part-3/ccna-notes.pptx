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660"/>
  </p:normalViewPr>
  <p:slideViewPr>
    <p:cSldViewPr snapToGrid="0">
      <p:cViewPr varScale="1">
        <p:scale>
          <a:sx n="97" d="100"/>
          <a:sy n="97" d="100"/>
        </p:scale>
        <p:origin x="77" y="6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7323B-0EAC-ACAE-5EFE-CFB2EEF9EA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2D84EA-7E21-4609-B839-84FFB742625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F759D0-B035-0154-6A13-517653D15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DED682-74BD-F2CB-A8D7-F290ECCE44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3BFDD2-CF60-5034-3A07-C79937825A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9475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B57AA-4161-C9B6-978F-D62244604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501947-E286-D55B-B654-D91AD5216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7CF59C-F1AE-6FE7-D1DD-4CDA66F6D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E3D96C-1C18-0FE4-D3C6-FECBCD94E1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D0B717-E942-E0AB-9A3D-1DEAE9003F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2693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A048F-A91C-5303-5A97-21F97C01E4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BD6CCD-E737-A8CC-7070-605D7B7FBE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BD541D-48AA-76BD-0963-D61B1628B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F889B3-09BC-2C6C-596F-6221938308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594A49-D278-9E75-3ABF-84F1A0055C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28748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0027C-DD55-D467-5EEB-FBAA64DFFC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43040C-3369-4D19-7CCC-558149584F1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A5BB8B-C5B3-EDB0-FA08-D0D9AA4FED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363BBC-61E7-EDBD-F644-DE7982A5BF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5C9C9F2-BF69-F6A2-3B60-2248C7D09B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841CADA-381D-3A58-5A90-A2ACE9CE3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1047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DBDF34-7CA7-6BE0-38B4-5FB61BFCF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82B503-AC54-5ED2-C118-CED8026301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16CCD1-BB16-332E-37A5-D78A706DBE8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3FF1CD-0D30-F9FF-6D95-3D9DC3CBC1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4EF841D-D5E5-2A78-5DEB-608348BDB99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8226F37-6BE4-5DD8-3031-E6520E6B72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44CD8CF-7D12-515C-D2C6-BDF7AD538E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6CE586E-71C8-D0E9-5796-94FEFC8333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40335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D46ED9-DDCB-F6DF-59CA-1BECD41A5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BEAF57-2FBB-F044-1654-82880AEE7D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0A5A1B3-0ECC-ED32-7535-3417E4CBEE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895EAE0-FB70-558E-069D-EBA47E0AE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0987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9DE20D4-007A-3247-5A94-4D6C390A59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5F1F5CD-0FCD-6FD6-40B4-86A185065E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6B98F7-A0A3-F509-7777-C5C3E1D40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73852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D62FD7-C3B0-7120-B007-62AC59439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7DB0C8-CD7C-1E61-2E15-10148A9CDC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BBAFD7-EE0D-8D16-50F7-10B093D934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E2CCC7-AFE3-1729-435C-D129D6CD6E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3400DC-8154-5E2F-7D93-5FEB4069D7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7C493C-D709-5982-E07C-ECAB7D9CB8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5116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3E0CA-932F-D591-00F5-64CF7B19DA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8083EDF-EE3E-1D6E-E565-7C3B0179DAB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E58939F-4D97-D580-1168-24970803C00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6C8298-93AA-093D-74B5-EFE56DE73D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34E18A9-CC85-3C6B-1C37-9429BFAD2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F4D706-8E9D-528D-B3D1-27AFD0B3F0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06114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252AB5-0C1C-B102-6270-CC555AD795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65C86DF-6CC5-82C7-77F3-A630B1DD09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661E1A-050F-8286-A938-B931A2AD1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28525A-59E8-980D-9F64-052F2038F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D1E848-DE81-0F61-4E1D-9C2BD0548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92826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2ECE699-7B1B-ABA1-0F04-B2A83305656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DEA469-BF9F-9890-8383-BF5133529AB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AEF045-4CA0-6888-D893-498D4F0B0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70D84C2-B443-4492-9BEB-03DF06FE217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A8ADC2-A98F-5521-FB2F-344CCC2A92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739445-5AFF-1C59-5423-EA5C659BA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2361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B8414D7-978E-9B00-5ED5-C334ABEDE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3187BC-BC77-0A15-3248-B2A9B092D8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9F1BC4-39AC-5CEB-74C4-F0AB496B50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0D84C2-B443-4492-9BEB-03DF06FE2177}" type="datetimeFigureOut">
              <a:rPr lang="en-US" smtClean="0"/>
              <a:t>11/17/2025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2DB2AA-9A77-F14D-E8FD-31DC4C5C492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755E00-CA6C-2FAC-1FE5-059BAC1CFD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A230429-037A-4F33-AFEE-875E9F937F9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95181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A867D1-56F4-3961-102F-98D87A5201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6178" y="102581"/>
            <a:ext cx="11819644" cy="66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7576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5ACCE-FFDC-8A54-341B-C76DBA7D4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85EC37E8-30F6-D953-B3B7-E87A4C2DB3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316" y="87340"/>
            <a:ext cx="11865368" cy="6683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747307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AA3D0E-6DF2-0876-F8B4-C1742BA1E6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34460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E2A40-89D1-BF5B-443B-73CA57DE6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48989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A0521D-25B3-5CEF-6F72-076A96F1E5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689200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1182F7-F651-506D-2E11-3DCF72447A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6671940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F345D-2574-4F37-B821-3AF69563C5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027887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128FDB-0217-80A5-A91D-81EE123603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418624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79349-291F-2BED-6E81-A1302CD75B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431418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49AECA-7358-0D57-9D07-DA2C675983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18907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FAEEE6-F778-1B48-45BC-3076C6411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78061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F5788-B73B-1EEF-645C-FD58C37D9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8826997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4B91F-636B-1328-652C-DC905ACBE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782429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2CB4FF-F29C-6264-0CFE-7C87486398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4553697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0AFCF-6E10-0F35-19B2-188F6CD47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62851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3DF2AB-7027-1D04-C21D-17BEE04E5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5285914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23DF0B-C950-8B4A-F79F-7415CDC562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093716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0</Words>
  <Application>Microsoft Office PowerPoint</Application>
  <PresentationFormat>Widescreen</PresentationFormat>
  <Paragraphs>0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joe mcgee</dc:creator>
  <cp:lastModifiedBy>joe mcgee</cp:lastModifiedBy>
  <cp:revision>3</cp:revision>
  <dcterms:created xsi:type="dcterms:W3CDTF">2025-11-17T12:57:14Z</dcterms:created>
  <dcterms:modified xsi:type="dcterms:W3CDTF">2025-11-17T13:01:16Z</dcterms:modified>
</cp:coreProperties>
</file>