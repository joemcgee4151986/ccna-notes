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46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D7D2E-FB1D-F872-3B91-B5278A77C2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5F83BC-8272-4899-60B3-5EAB217931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E499A-C769-7C59-459D-127D1543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A8C2-F657-4B33-8D2A-8988D49BAC8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721B6-3440-F662-78A8-4DF7DE174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96E66-5370-0F22-321E-8AE9EA45B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A067E-E4F6-45E2-ABE3-2E51E6441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964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DA82B-3D8F-4336-FC3F-8C2F299EC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A7662-4706-8951-2A92-2E4691385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4EA29-E166-3D53-EF0F-3CD957692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A8C2-F657-4B33-8D2A-8988D49BAC8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0588B-A40E-0C35-842E-A274DEFCE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6938E-168C-D49D-7F6D-29696E605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A067E-E4F6-45E2-ABE3-2E51E6441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488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F9EC6-8097-98D0-9233-B4EB755FF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9A1B4C-AEF4-953E-EC6D-1E59E974F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4C4FA-2EF0-2ABD-5FA6-03A9F2142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A8C2-F657-4B33-8D2A-8988D49BAC8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4ADB5-7083-AC7B-A630-89EBA7E54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F5A8D-CC48-BD13-47A6-C7FCA769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A067E-E4F6-45E2-ABE3-2E51E6441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691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B6929-1375-8C6D-E208-5D6E5701A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36720-20F0-1C3E-A02C-08BDEE0B84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3D9DC3-54EB-98DC-537B-52D2B62B2A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731546-3D11-E0A4-4B4A-395FE2B29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A8C2-F657-4B33-8D2A-8988D49BAC8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1D3949-F55F-ABA8-318D-0D46F8B7D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C63149-269C-B9E4-D72A-E8A721869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A067E-E4F6-45E2-ABE3-2E51E6441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205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6B93B-809B-BBE7-34D2-90F892CB1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F7E610-5949-F909-2E04-4902286412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6D9332-221F-23EF-2F1D-0B08098E48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B4B26C-73F7-B214-E27E-7FAFF5D806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AFD2C9-50B6-D32C-9195-11E873AE35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8335CB-1266-8BAE-DF78-342C97743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A8C2-F657-4B33-8D2A-8988D49BAC8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EB3785-A9EE-6D71-7D5C-D1644EE23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EC81C3-0F11-3F9D-F88B-5CEB9EE39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A067E-E4F6-45E2-ABE3-2E51E6441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507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33BB7-2C76-6882-C342-AC96A52AB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B939C4-3C11-B68A-32C7-B7F7E49DF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A8C2-F657-4B33-8D2A-8988D49BAC8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99176D-09BB-EF77-B0CE-D0493AC9F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5CA818-DB05-79DD-2CC3-EE53F7640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A067E-E4F6-45E2-ABE3-2E51E6441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314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2F291D-D1F3-A2AA-1A6F-CD9559C38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A8C2-F657-4B33-8D2A-8988D49BAC8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135EFE-E80D-C4D8-269D-ED4598E06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002124-71F2-6C40-2CF9-451F22E65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A067E-E4F6-45E2-ABE3-2E51E6441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15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5301B-2561-6415-79AC-1C35DEE7E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F38DD-016B-8EF3-576F-3BBE0FF7A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EA8A1D-5A61-44A7-CB70-3D23D7414A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A22C71-16A7-FEA1-86D3-A61F8AA17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A8C2-F657-4B33-8D2A-8988D49BAC8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61F296-A0EF-66FB-C065-123D64785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463A73-19DE-9304-F4C9-7B808C6C1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A067E-E4F6-45E2-ABE3-2E51E6441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520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ED342-578F-F84A-0E87-1E03ED67A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A66D2E-E535-6AA6-2FE1-6E0336F581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B5D0A7-9F33-0353-3CBC-F2328B9F23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92A7F5-4E3C-89E3-E21C-0AF1DD2BD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A8C2-F657-4B33-8D2A-8988D49BAC8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0AE62-0ABB-97E1-BD7A-EFD927F86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500579-5585-BE59-46EF-568E7E163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A067E-E4F6-45E2-ABE3-2E51E6441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357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CB343-4FC0-9C73-F586-81EDBCB8D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F6E78C-6A84-594A-7015-036FA460C1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8B9CD-79D6-817B-D200-A389B2C5E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A8C2-F657-4B33-8D2A-8988D49BAC8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71206-5153-13EB-00D2-A341B4888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CBC02-B8F1-1A6A-C910-7E0810DE9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A067E-E4F6-45E2-ABE3-2E51E6441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2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0B41B7-6091-88A8-C050-62B5373B86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B3B080-54CE-8640-8AC3-32D93D901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35AAC-51E0-9496-8F8E-0C5FB4A47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A8C2-F657-4B33-8D2A-8988D49BAC8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662F8-B667-4DC9-A36A-105C0DF56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560C2-079B-C2C8-F633-F5772DC60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A067E-E4F6-45E2-ABE3-2E51E6441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892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AD44D6-FEAB-33F6-BAAD-E736E5350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8249C-6517-2E31-DA00-E3F897B8E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A3DDA-F7C8-F7D4-7DF7-C0FCBBC7E2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F1A8C2-F657-4B33-8D2A-8988D49BAC8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EB5D3-07A5-C244-A6A0-4AC308155F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37676-3415-64A7-B9F2-244A4FB417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8A067E-E4F6-45E2-ABE3-2E51E6441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140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72B543-0259-3A6A-071D-C9B4593A2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67" y="49237"/>
            <a:ext cx="11827265" cy="675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636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9E8EFB-1F74-09B9-33E2-BAF405179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36" y="110202"/>
            <a:ext cx="11850127" cy="663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356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1A03F-80CE-0783-1373-2D952E000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294BF1-079A-6EC3-E540-A8236CF82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29" y="91151"/>
            <a:ext cx="11781541" cy="6675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30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346AA-F06A-32C4-968D-8044C17CC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9C873D-DB37-6E2D-E86D-02B85DF40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16" y="75909"/>
            <a:ext cx="11865368" cy="6706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869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A1658-CE9F-4C83-C660-BE9F625C0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E5A55F-877F-F672-5D9C-E4873C0A9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40" y="110202"/>
            <a:ext cx="11773920" cy="663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389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F5ECB-C0DA-3972-E594-AF1485D28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A8AA9D-64AB-524D-5754-23DDBB86E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91" y="121633"/>
            <a:ext cx="11735817" cy="6614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506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 mcgee</dc:creator>
  <cp:lastModifiedBy>joe mcgee</cp:lastModifiedBy>
  <cp:revision>1</cp:revision>
  <dcterms:created xsi:type="dcterms:W3CDTF">2025-11-29T13:32:17Z</dcterms:created>
  <dcterms:modified xsi:type="dcterms:W3CDTF">2025-11-29T13:38:46Z</dcterms:modified>
</cp:coreProperties>
</file>