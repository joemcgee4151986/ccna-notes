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73" r:id="rId2"/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  <p:sldId id="268" r:id="rId15"/>
    <p:sldId id="269" r:id="rId16"/>
    <p:sldId id="270" r:id="rId17"/>
    <p:sldId id="271" r:id="rId18"/>
    <p:sldId id="272" r:id="rId1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9B7654ED-ABD8-4A74-9BF2-A472BA3647B5}" v="21" dt="2025-12-07T05:22:43.865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6014" autoAdjust="0"/>
    <p:restoredTop sz="94660"/>
  </p:normalViewPr>
  <p:slideViewPr>
    <p:cSldViewPr snapToGrid="0">
      <p:cViewPr varScale="1">
        <p:scale>
          <a:sx n="97" d="100"/>
          <a:sy n="97" d="100"/>
        </p:scale>
        <p:origin x="77" y="60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microsoft.com/office/2015/10/relationships/revisionInfo" Target="revisionInfo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microsoft.com/office/2016/11/relationships/changesInfo" Target="changesInfos/changesInfo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joe mcgee" userId="18b4105e8c848f48" providerId="LiveId" clId="{F4CB7604-12E2-4C2C-A72E-4EEEDFE6408B}"/>
    <pc:docChg chg="custSel addSld delSld modSld sldOrd">
      <pc:chgData name="joe mcgee" userId="18b4105e8c848f48" providerId="LiveId" clId="{F4CB7604-12E2-4C2C-A72E-4EEEDFE6408B}" dt="2025-12-07T06:09:00.258" v="45" actId="47"/>
      <pc:docMkLst>
        <pc:docMk/>
      </pc:docMkLst>
      <pc:sldChg chg="addSp delSp mod">
        <pc:chgData name="joe mcgee" userId="18b4105e8c848f48" providerId="LiveId" clId="{F4CB7604-12E2-4C2C-A72E-4EEEDFE6408B}" dt="2025-12-07T04:56:13.307" v="21" actId="22"/>
        <pc:sldMkLst>
          <pc:docMk/>
          <pc:sldMk cId="4057312556" sldId="256"/>
        </pc:sldMkLst>
        <pc:spChg chg="del">
          <ac:chgData name="joe mcgee" userId="18b4105e8c848f48" providerId="LiveId" clId="{F4CB7604-12E2-4C2C-A72E-4EEEDFE6408B}" dt="2025-12-07T04:43:39.366" v="0" actId="478"/>
          <ac:spMkLst>
            <pc:docMk/>
            <pc:sldMk cId="4057312556" sldId="256"/>
            <ac:spMk id="2" creationId="{90A6E874-E3BC-CF48-AEBF-3F0CFC8924F3}"/>
          </ac:spMkLst>
        </pc:spChg>
        <pc:spChg chg="del">
          <ac:chgData name="joe mcgee" userId="18b4105e8c848f48" providerId="LiveId" clId="{F4CB7604-12E2-4C2C-A72E-4EEEDFE6408B}" dt="2025-12-07T04:43:39.366" v="0" actId="478"/>
          <ac:spMkLst>
            <pc:docMk/>
            <pc:sldMk cId="4057312556" sldId="256"/>
            <ac:spMk id="3" creationId="{C63E1A6B-562F-D6E7-D054-691C864C7303}"/>
          </ac:spMkLst>
        </pc:spChg>
        <pc:picChg chg="add">
          <ac:chgData name="joe mcgee" userId="18b4105e8c848f48" providerId="LiveId" clId="{F4CB7604-12E2-4C2C-A72E-4EEEDFE6408B}" dt="2025-12-07T04:56:13.307" v="21" actId="22"/>
          <ac:picMkLst>
            <pc:docMk/>
            <pc:sldMk cId="4057312556" sldId="256"/>
            <ac:picMk id="5" creationId="{C25407B8-DADB-2AE4-E543-D5A1E1B3466F}"/>
          </ac:picMkLst>
        </pc:picChg>
      </pc:sldChg>
      <pc:sldChg chg="addSp add mod">
        <pc:chgData name="joe mcgee" userId="18b4105e8c848f48" providerId="LiveId" clId="{F4CB7604-12E2-4C2C-A72E-4EEEDFE6408B}" dt="2025-12-07T04:56:39.771" v="22" actId="22"/>
        <pc:sldMkLst>
          <pc:docMk/>
          <pc:sldMk cId="2608478010" sldId="257"/>
        </pc:sldMkLst>
        <pc:picChg chg="add">
          <ac:chgData name="joe mcgee" userId="18b4105e8c848f48" providerId="LiveId" clId="{F4CB7604-12E2-4C2C-A72E-4EEEDFE6408B}" dt="2025-12-07T04:56:39.771" v="22" actId="22"/>
          <ac:picMkLst>
            <pc:docMk/>
            <pc:sldMk cId="2608478010" sldId="257"/>
            <ac:picMk id="3" creationId="{2D77E327-ECEA-39AD-48B4-8FFF0C74B7BC}"/>
          </ac:picMkLst>
        </pc:picChg>
      </pc:sldChg>
      <pc:sldChg chg="addSp add mod">
        <pc:chgData name="joe mcgee" userId="18b4105e8c848f48" providerId="LiveId" clId="{F4CB7604-12E2-4C2C-A72E-4EEEDFE6408B}" dt="2025-12-07T04:57:02.283" v="23" actId="22"/>
        <pc:sldMkLst>
          <pc:docMk/>
          <pc:sldMk cId="445754352" sldId="258"/>
        </pc:sldMkLst>
        <pc:picChg chg="add">
          <ac:chgData name="joe mcgee" userId="18b4105e8c848f48" providerId="LiveId" clId="{F4CB7604-12E2-4C2C-A72E-4EEEDFE6408B}" dt="2025-12-07T04:57:02.283" v="23" actId="22"/>
          <ac:picMkLst>
            <pc:docMk/>
            <pc:sldMk cId="445754352" sldId="258"/>
            <ac:picMk id="3" creationId="{7EC0E713-B686-7BCD-72D4-71A31314A63B}"/>
          </ac:picMkLst>
        </pc:picChg>
      </pc:sldChg>
      <pc:sldChg chg="addSp add mod">
        <pc:chgData name="joe mcgee" userId="18b4105e8c848f48" providerId="LiveId" clId="{F4CB7604-12E2-4C2C-A72E-4EEEDFE6408B}" dt="2025-12-07T05:02:59.981" v="24" actId="22"/>
        <pc:sldMkLst>
          <pc:docMk/>
          <pc:sldMk cId="3234410585" sldId="259"/>
        </pc:sldMkLst>
        <pc:picChg chg="add">
          <ac:chgData name="joe mcgee" userId="18b4105e8c848f48" providerId="LiveId" clId="{F4CB7604-12E2-4C2C-A72E-4EEEDFE6408B}" dt="2025-12-07T05:02:59.981" v="24" actId="22"/>
          <ac:picMkLst>
            <pc:docMk/>
            <pc:sldMk cId="3234410585" sldId="259"/>
            <ac:picMk id="3" creationId="{A63545EA-7BA3-BD60-AEB1-23A714AFF925}"/>
          </ac:picMkLst>
        </pc:picChg>
      </pc:sldChg>
      <pc:sldChg chg="addSp add mod">
        <pc:chgData name="joe mcgee" userId="18b4105e8c848f48" providerId="LiveId" clId="{F4CB7604-12E2-4C2C-A72E-4EEEDFE6408B}" dt="2025-12-07T05:03:35.254" v="25" actId="22"/>
        <pc:sldMkLst>
          <pc:docMk/>
          <pc:sldMk cId="1939807103" sldId="260"/>
        </pc:sldMkLst>
        <pc:picChg chg="add">
          <ac:chgData name="joe mcgee" userId="18b4105e8c848f48" providerId="LiveId" clId="{F4CB7604-12E2-4C2C-A72E-4EEEDFE6408B}" dt="2025-12-07T05:03:35.254" v="25" actId="22"/>
          <ac:picMkLst>
            <pc:docMk/>
            <pc:sldMk cId="1939807103" sldId="260"/>
            <ac:picMk id="3" creationId="{E4EB4A8B-BDB4-DFE4-B819-92E6C383D118}"/>
          </ac:picMkLst>
        </pc:picChg>
      </pc:sldChg>
      <pc:sldChg chg="addSp add mod">
        <pc:chgData name="joe mcgee" userId="18b4105e8c848f48" providerId="LiveId" clId="{F4CB7604-12E2-4C2C-A72E-4EEEDFE6408B}" dt="2025-12-07T05:04:07.863" v="26" actId="22"/>
        <pc:sldMkLst>
          <pc:docMk/>
          <pc:sldMk cId="1374995429" sldId="261"/>
        </pc:sldMkLst>
        <pc:picChg chg="add">
          <ac:chgData name="joe mcgee" userId="18b4105e8c848f48" providerId="LiveId" clId="{F4CB7604-12E2-4C2C-A72E-4EEEDFE6408B}" dt="2025-12-07T05:04:07.863" v="26" actId="22"/>
          <ac:picMkLst>
            <pc:docMk/>
            <pc:sldMk cId="1374995429" sldId="261"/>
            <ac:picMk id="3" creationId="{7C531641-DB26-F0A8-D58F-267841B7D7FC}"/>
          </ac:picMkLst>
        </pc:picChg>
      </pc:sldChg>
      <pc:sldChg chg="addSp add mod">
        <pc:chgData name="joe mcgee" userId="18b4105e8c848f48" providerId="LiveId" clId="{F4CB7604-12E2-4C2C-A72E-4EEEDFE6408B}" dt="2025-12-07T05:05:02.415" v="27" actId="22"/>
        <pc:sldMkLst>
          <pc:docMk/>
          <pc:sldMk cId="75842774" sldId="262"/>
        </pc:sldMkLst>
        <pc:picChg chg="add">
          <ac:chgData name="joe mcgee" userId="18b4105e8c848f48" providerId="LiveId" clId="{F4CB7604-12E2-4C2C-A72E-4EEEDFE6408B}" dt="2025-12-07T05:05:02.415" v="27" actId="22"/>
          <ac:picMkLst>
            <pc:docMk/>
            <pc:sldMk cId="75842774" sldId="262"/>
            <ac:picMk id="3" creationId="{86F58E3A-3800-937B-646D-B51A66C53101}"/>
          </ac:picMkLst>
        </pc:picChg>
      </pc:sldChg>
      <pc:sldChg chg="addSp add mod">
        <pc:chgData name="joe mcgee" userId="18b4105e8c848f48" providerId="LiveId" clId="{F4CB7604-12E2-4C2C-A72E-4EEEDFE6408B}" dt="2025-12-07T05:05:35.638" v="28" actId="22"/>
        <pc:sldMkLst>
          <pc:docMk/>
          <pc:sldMk cId="2435605470" sldId="263"/>
        </pc:sldMkLst>
        <pc:picChg chg="add">
          <ac:chgData name="joe mcgee" userId="18b4105e8c848f48" providerId="LiveId" clId="{F4CB7604-12E2-4C2C-A72E-4EEEDFE6408B}" dt="2025-12-07T05:05:35.638" v="28" actId="22"/>
          <ac:picMkLst>
            <pc:docMk/>
            <pc:sldMk cId="2435605470" sldId="263"/>
            <ac:picMk id="3" creationId="{B0717E41-223A-6093-C8F2-452FCDEBE9AF}"/>
          </ac:picMkLst>
        </pc:picChg>
      </pc:sldChg>
      <pc:sldChg chg="addSp add mod">
        <pc:chgData name="joe mcgee" userId="18b4105e8c848f48" providerId="LiveId" clId="{F4CB7604-12E2-4C2C-A72E-4EEEDFE6408B}" dt="2025-12-07T05:05:54.695" v="29" actId="22"/>
        <pc:sldMkLst>
          <pc:docMk/>
          <pc:sldMk cId="1636520698" sldId="264"/>
        </pc:sldMkLst>
        <pc:picChg chg="add">
          <ac:chgData name="joe mcgee" userId="18b4105e8c848f48" providerId="LiveId" clId="{F4CB7604-12E2-4C2C-A72E-4EEEDFE6408B}" dt="2025-12-07T05:05:54.695" v="29" actId="22"/>
          <ac:picMkLst>
            <pc:docMk/>
            <pc:sldMk cId="1636520698" sldId="264"/>
            <ac:picMk id="3" creationId="{CD5A920D-42AC-9801-C565-2CCD1E5A0304}"/>
          </ac:picMkLst>
        </pc:picChg>
      </pc:sldChg>
      <pc:sldChg chg="addSp add mod">
        <pc:chgData name="joe mcgee" userId="18b4105e8c848f48" providerId="LiveId" clId="{F4CB7604-12E2-4C2C-A72E-4EEEDFE6408B}" dt="2025-12-07T05:06:40.510" v="30" actId="22"/>
        <pc:sldMkLst>
          <pc:docMk/>
          <pc:sldMk cId="3989922994" sldId="265"/>
        </pc:sldMkLst>
        <pc:picChg chg="add">
          <ac:chgData name="joe mcgee" userId="18b4105e8c848f48" providerId="LiveId" clId="{F4CB7604-12E2-4C2C-A72E-4EEEDFE6408B}" dt="2025-12-07T05:06:40.510" v="30" actId="22"/>
          <ac:picMkLst>
            <pc:docMk/>
            <pc:sldMk cId="3989922994" sldId="265"/>
            <ac:picMk id="3" creationId="{B4969095-5FF5-CC3B-8FE1-1152BA561A1D}"/>
          </ac:picMkLst>
        </pc:picChg>
      </pc:sldChg>
      <pc:sldChg chg="addSp add mod">
        <pc:chgData name="joe mcgee" userId="18b4105e8c848f48" providerId="LiveId" clId="{F4CB7604-12E2-4C2C-A72E-4EEEDFE6408B}" dt="2025-12-07T05:18:22.621" v="31" actId="22"/>
        <pc:sldMkLst>
          <pc:docMk/>
          <pc:sldMk cId="1860344547" sldId="266"/>
        </pc:sldMkLst>
        <pc:picChg chg="add">
          <ac:chgData name="joe mcgee" userId="18b4105e8c848f48" providerId="LiveId" clId="{F4CB7604-12E2-4C2C-A72E-4EEEDFE6408B}" dt="2025-12-07T05:18:22.621" v="31" actId="22"/>
          <ac:picMkLst>
            <pc:docMk/>
            <pc:sldMk cId="1860344547" sldId="266"/>
            <ac:picMk id="3" creationId="{7C645F96-77DF-289A-DADE-5ABEB8369D0E}"/>
          </ac:picMkLst>
        </pc:picChg>
      </pc:sldChg>
      <pc:sldChg chg="addSp add mod">
        <pc:chgData name="joe mcgee" userId="18b4105e8c848f48" providerId="LiveId" clId="{F4CB7604-12E2-4C2C-A72E-4EEEDFE6408B}" dt="2025-12-07T05:18:50.263" v="32" actId="22"/>
        <pc:sldMkLst>
          <pc:docMk/>
          <pc:sldMk cId="1823845696" sldId="267"/>
        </pc:sldMkLst>
        <pc:picChg chg="add">
          <ac:chgData name="joe mcgee" userId="18b4105e8c848f48" providerId="LiveId" clId="{F4CB7604-12E2-4C2C-A72E-4EEEDFE6408B}" dt="2025-12-07T05:18:50.263" v="32" actId="22"/>
          <ac:picMkLst>
            <pc:docMk/>
            <pc:sldMk cId="1823845696" sldId="267"/>
            <ac:picMk id="3" creationId="{8B5D4C25-FF0F-FF31-449A-02297BDBD713}"/>
          </ac:picMkLst>
        </pc:picChg>
      </pc:sldChg>
      <pc:sldChg chg="addSp add mod">
        <pc:chgData name="joe mcgee" userId="18b4105e8c848f48" providerId="LiveId" clId="{F4CB7604-12E2-4C2C-A72E-4EEEDFE6408B}" dt="2025-12-07T05:19:17.670" v="33" actId="22"/>
        <pc:sldMkLst>
          <pc:docMk/>
          <pc:sldMk cId="480402266" sldId="268"/>
        </pc:sldMkLst>
        <pc:picChg chg="add">
          <ac:chgData name="joe mcgee" userId="18b4105e8c848f48" providerId="LiveId" clId="{F4CB7604-12E2-4C2C-A72E-4EEEDFE6408B}" dt="2025-12-07T05:19:17.670" v="33" actId="22"/>
          <ac:picMkLst>
            <pc:docMk/>
            <pc:sldMk cId="480402266" sldId="268"/>
            <ac:picMk id="3" creationId="{4CA6D18C-B96C-C0E1-BE24-50EDD30AFF42}"/>
          </ac:picMkLst>
        </pc:picChg>
      </pc:sldChg>
      <pc:sldChg chg="addSp add mod">
        <pc:chgData name="joe mcgee" userId="18b4105e8c848f48" providerId="LiveId" clId="{F4CB7604-12E2-4C2C-A72E-4EEEDFE6408B}" dt="2025-12-07T05:19:47.544" v="34" actId="22"/>
        <pc:sldMkLst>
          <pc:docMk/>
          <pc:sldMk cId="482020689" sldId="269"/>
        </pc:sldMkLst>
        <pc:picChg chg="add">
          <ac:chgData name="joe mcgee" userId="18b4105e8c848f48" providerId="LiveId" clId="{F4CB7604-12E2-4C2C-A72E-4EEEDFE6408B}" dt="2025-12-07T05:19:47.544" v="34" actId="22"/>
          <ac:picMkLst>
            <pc:docMk/>
            <pc:sldMk cId="482020689" sldId="269"/>
            <ac:picMk id="3" creationId="{C5AFC66E-B002-3A03-6A15-AB0048604FBF}"/>
          </ac:picMkLst>
        </pc:picChg>
      </pc:sldChg>
      <pc:sldChg chg="addSp add mod">
        <pc:chgData name="joe mcgee" userId="18b4105e8c848f48" providerId="LiveId" clId="{F4CB7604-12E2-4C2C-A72E-4EEEDFE6408B}" dt="2025-12-07T05:22:13.885" v="35" actId="22"/>
        <pc:sldMkLst>
          <pc:docMk/>
          <pc:sldMk cId="416010980" sldId="270"/>
        </pc:sldMkLst>
        <pc:picChg chg="add">
          <ac:chgData name="joe mcgee" userId="18b4105e8c848f48" providerId="LiveId" clId="{F4CB7604-12E2-4C2C-A72E-4EEEDFE6408B}" dt="2025-12-07T05:22:13.885" v="35" actId="22"/>
          <ac:picMkLst>
            <pc:docMk/>
            <pc:sldMk cId="416010980" sldId="270"/>
            <ac:picMk id="3" creationId="{97C28E28-2EB9-86F6-5379-1BE21256C55E}"/>
          </ac:picMkLst>
        </pc:picChg>
      </pc:sldChg>
      <pc:sldChg chg="addSp add mod">
        <pc:chgData name="joe mcgee" userId="18b4105e8c848f48" providerId="LiveId" clId="{F4CB7604-12E2-4C2C-A72E-4EEEDFE6408B}" dt="2025-12-07T05:22:30.390" v="36" actId="22"/>
        <pc:sldMkLst>
          <pc:docMk/>
          <pc:sldMk cId="1958099608" sldId="271"/>
        </pc:sldMkLst>
        <pc:picChg chg="add">
          <ac:chgData name="joe mcgee" userId="18b4105e8c848f48" providerId="LiveId" clId="{F4CB7604-12E2-4C2C-A72E-4EEEDFE6408B}" dt="2025-12-07T05:22:30.390" v="36" actId="22"/>
          <ac:picMkLst>
            <pc:docMk/>
            <pc:sldMk cId="1958099608" sldId="271"/>
            <ac:picMk id="3" creationId="{9CFF57F6-128F-9B6A-29F5-4FA096101A98}"/>
          </ac:picMkLst>
        </pc:picChg>
      </pc:sldChg>
      <pc:sldChg chg="addSp add mod">
        <pc:chgData name="joe mcgee" userId="18b4105e8c848f48" providerId="LiveId" clId="{F4CB7604-12E2-4C2C-A72E-4EEEDFE6408B}" dt="2025-12-07T05:23:15.117" v="41" actId="22"/>
        <pc:sldMkLst>
          <pc:docMk/>
          <pc:sldMk cId="880237384" sldId="272"/>
        </pc:sldMkLst>
        <pc:picChg chg="add">
          <ac:chgData name="joe mcgee" userId="18b4105e8c848f48" providerId="LiveId" clId="{F4CB7604-12E2-4C2C-A72E-4EEEDFE6408B}" dt="2025-12-07T05:23:15.117" v="41" actId="22"/>
          <ac:picMkLst>
            <pc:docMk/>
            <pc:sldMk cId="880237384" sldId="272"/>
            <ac:picMk id="3" creationId="{3B98CDAD-85DA-6CFF-AE36-696327B0786D}"/>
          </ac:picMkLst>
        </pc:picChg>
      </pc:sldChg>
      <pc:sldChg chg="addSp add mod ord">
        <pc:chgData name="joe mcgee" userId="18b4105e8c848f48" providerId="LiveId" clId="{F4CB7604-12E2-4C2C-A72E-4EEEDFE6408B}" dt="2025-12-07T04:44:23.007" v="20"/>
        <pc:sldMkLst>
          <pc:docMk/>
          <pc:sldMk cId="3947550385" sldId="273"/>
        </pc:sldMkLst>
        <pc:picChg chg="add">
          <ac:chgData name="joe mcgee" userId="18b4105e8c848f48" providerId="LiveId" clId="{F4CB7604-12E2-4C2C-A72E-4EEEDFE6408B}" dt="2025-12-07T04:44:16.568" v="18" actId="22"/>
          <ac:picMkLst>
            <pc:docMk/>
            <pc:sldMk cId="3947550385" sldId="273"/>
            <ac:picMk id="3" creationId="{95CD2A75-B2B4-20BD-E7C0-51612FDA6C1D}"/>
          </ac:picMkLst>
        </pc:picChg>
      </pc:sldChg>
      <pc:sldChg chg="add del">
        <pc:chgData name="joe mcgee" userId="18b4105e8c848f48" providerId="LiveId" clId="{F4CB7604-12E2-4C2C-A72E-4EEEDFE6408B}" dt="2025-12-07T06:08:57.630" v="42" actId="47"/>
        <pc:sldMkLst>
          <pc:docMk/>
          <pc:sldMk cId="1193370558" sldId="274"/>
        </pc:sldMkLst>
      </pc:sldChg>
      <pc:sldChg chg="add del">
        <pc:chgData name="joe mcgee" userId="18b4105e8c848f48" providerId="LiveId" clId="{F4CB7604-12E2-4C2C-A72E-4EEEDFE6408B}" dt="2025-12-07T06:09:00.258" v="45" actId="47"/>
        <pc:sldMkLst>
          <pc:docMk/>
          <pc:sldMk cId="1272715031" sldId="275"/>
        </pc:sldMkLst>
      </pc:sldChg>
      <pc:sldChg chg="add del">
        <pc:chgData name="joe mcgee" userId="18b4105e8c848f48" providerId="LiveId" clId="{F4CB7604-12E2-4C2C-A72E-4EEEDFE6408B}" dt="2025-12-07T06:08:59.947" v="44" actId="47"/>
        <pc:sldMkLst>
          <pc:docMk/>
          <pc:sldMk cId="2808365798" sldId="276"/>
        </pc:sldMkLst>
      </pc:sldChg>
      <pc:sldChg chg="add del">
        <pc:chgData name="joe mcgee" userId="18b4105e8c848f48" providerId="LiveId" clId="{F4CB7604-12E2-4C2C-A72E-4EEEDFE6408B}" dt="2025-12-07T06:08:59.687" v="43" actId="47"/>
        <pc:sldMkLst>
          <pc:docMk/>
          <pc:sldMk cId="4058586897" sldId="277"/>
        </pc:sldMkLst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4A412BC-DA32-9126-792A-00281556D68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5E3BAFA-0493-F27D-C8F4-A25C331AD24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4777670-5628-28A5-7E9E-DD5095A130C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B8DC4A-A2B1-403F-8BAE-EA4228823A02}" type="datetimeFigureOut">
              <a:rPr lang="en-US" smtClean="0"/>
              <a:t>12/7/2025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076D1AA-A623-5903-1AB5-0E378E32F4F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9DA5012-67B9-0A63-ED40-44B9D1DA56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CD9D8E-8885-4E9A-868C-ECCAD83FB6B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972172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AD46B38-1144-9B9A-1489-0B1E5B98673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53F0F7C-BD6E-ED61-3593-BCB2227FEDB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E927C75-F25D-5772-3B7B-06639AAE387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B8DC4A-A2B1-403F-8BAE-EA4228823A02}" type="datetimeFigureOut">
              <a:rPr lang="en-US" smtClean="0"/>
              <a:t>12/7/2025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675E93C-C8FB-2C30-903C-E00BD43C7E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39A45CE-5C3A-C40D-2B24-C53BD19693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CD9D8E-8885-4E9A-868C-ECCAD83FB6B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9974956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B91805D-BA27-C741-306E-02291F6177B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A8C04FC-980B-16B1-A726-CD4CFA4CDC2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D73C318-E4B1-0A7A-4809-7DA6365871F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B8DC4A-A2B1-403F-8BAE-EA4228823A02}" type="datetimeFigureOut">
              <a:rPr lang="en-US" smtClean="0"/>
              <a:t>12/7/2025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AF9BC15-75E7-C49A-DC83-E64D04A6667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120DF5F-2DBD-7A3F-0446-892AF5F2C1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CD9D8E-8885-4E9A-868C-ECCAD83FB6B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1296727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B74F287-0278-1CAA-B3AD-5ED2AECBF38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ADFEAA-1FE1-3165-CA43-376A6E71C69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99C0637-E715-A18C-A600-BDE0BE9C622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D226F84-84F0-F9AA-A509-15990C2B911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B8DC4A-A2B1-403F-8BAE-EA4228823A02}" type="datetimeFigureOut">
              <a:rPr lang="en-US" smtClean="0"/>
              <a:t>12/7/2025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589CF6B-A7D4-1803-52B5-0A80D9A08B8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BA79567-17A5-9D5B-5AA3-5D9B00508D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CD9D8E-8885-4E9A-868C-ECCAD83FB6B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5910444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AC033C4-8A5D-6E70-822B-2E474CF1F70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65B90B1-9222-7879-A568-6F5B7CA2263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CF05BBA-5365-51CF-50D0-211A3141FA3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5ACEED4-F961-1EC6-B741-CE147D8B552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2F3210C-68ED-1087-233E-679CD85D4BF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A8BFBF4E-6EB4-1FFD-8E54-C851DBFD028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B8DC4A-A2B1-403F-8BAE-EA4228823A02}" type="datetimeFigureOut">
              <a:rPr lang="en-US" smtClean="0"/>
              <a:t>12/7/2025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34B12DDE-4A21-5F96-DEC2-C7A7DA8F86B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3CEC8798-3BF5-FC40-8755-C949460CC7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CD9D8E-8885-4E9A-868C-ECCAD83FB6B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775308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05F8F71-A96E-1907-1778-ABED26EC77D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98BB313-0CF9-C01C-3AA4-C68D04374F4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B8DC4A-A2B1-403F-8BAE-EA4228823A02}" type="datetimeFigureOut">
              <a:rPr lang="en-US" smtClean="0"/>
              <a:t>12/7/2025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9CD121A-9A13-2A4D-B11E-495A12DEE0E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53C0D08-B818-F52B-7F4F-88705695B9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CD9D8E-8885-4E9A-868C-ECCAD83FB6B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3097472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02CA20F-2C11-6433-616B-E37D07624F1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B8DC4A-A2B1-403F-8BAE-EA4228823A02}" type="datetimeFigureOut">
              <a:rPr lang="en-US" smtClean="0"/>
              <a:t>12/7/2025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282C21FD-1313-5950-437B-9025CCC19C1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AA8DE33-75AC-5956-5973-E863CEFDC4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CD9D8E-8885-4E9A-868C-ECCAD83FB6B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4679158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03306A-1EF7-7BD0-9AB4-CDA08D0BFAE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99C87E5-DA24-0CD7-3AAB-28B4CECEA6D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0680B31-EE22-32D7-4E69-A6A9189E8FA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E19E04F-ABB3-362D-4C4A-7F4F2719E39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B8DC4A-A2B1-403F-8BAE-EA4228823A02}" type="datetimeFigureOut">
              <a:rPr lang="en-US" smtClean="0"/>
              <a:t>12/7/2025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FA8A523-5A0A-709E-D2E6-474613FD1B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03FC9AD-79F3-3A21-7027-9A2EE28FF5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CD9D8E-8885-4E9A-868C-ECCAD83FB6B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9149469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767AEEB-0844-A186-DF10-A154EDA62D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B8A6C803-7FA0-300A-C074-6B8E5116275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99DF499-B84D-6B81-D6B1-011C8782940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C03CBB3-7BBF-BD64-59BD-8EBD99F54D8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B8DC4A-A2B1-403F-8BAE-EA4228823A02}" type="datetimeFigureOut">
              <a:rPr lang="en-US" smtClean="0"/>
              <a:t>12/7/2025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92D635D-78D9-EA4C-FFFF-078CBF10385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05349C7-4D17-CAD2-CFDC-6495A4A049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CD9D8E-8885-4E9A-868C-ECCAD83FB6B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1826362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7CF272-37C7-F035-9935-B3B02BA0288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3C0834D-4877-9A48-1707-A92EB517F95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1E880FB-407E-F671-704B-A45A903AEBE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B8DC4A-A2B1-403F-8BAE-EA4228823A02}" type="datetimeFigureOut">
              <a:rPr lang="en-US" smtClean="0"/>
              <a:t>12/7/2025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F02A1CD-1BD6-F717-336E-D758BC5322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6EC30EB-1F2F-21F1-73BF-0CB5324822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CD9D8E-8885-4E9A-868C-ECCAD83FB6B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6867332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2AFF40A3-FD0C-7E37-5486-A94E1E4B596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CE60004-A9B9-880F-CF1A-EE63F477B6E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FD11956-CB79-423B-EA76-F7B6EA0A7D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B8DC4A-A2B1-403F-8BAE-EA4228823A02}" type="datetimeFigureOut">
              <a:rPr lang="en-US" smtClean="0"/>
              <a:t>12/7/2025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5AF5E3D-47D8-56D8-A876-99B1C2A0DA8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0B4D5AB-B721-0DCA-97DF-E055076240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CD9D8E-8885-4E9A-868C-ECCAD83FB6B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6431271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91AEDA67-B6E6-6F0A-262B-723217B1C42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67E5A13-B0F3-D7E9-259F-F4E89EBC610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C488124-3882-FE6E-53BD-E6489603CFC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AB8DC4A-A2B1-403F-8BAE-EA4228823A02}" type="datetimeFigureOut">
              <a:rPr lang="en-US" smtClean="0"/>
              <a:t>12/7/2025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022BAAA-CECC-A2BC-A8A8-1C32FFF480B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5ACDF9B-E664-A412-41EE-D84C9C14E79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ACD9D8E-8885-4E9A-868C-ECCAD83FB6B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7750274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80E623A-76F0-1A26-7C3B-6C4B11DB267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95CD2A75-B2B4-20BD-E7C0-51612FDA6C1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367" y="94961"/>
            <a:ext cx="11827265" cy="66680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4755038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C25407B8-DADB-2AE4-E543-D5A1E1B3466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367" y="106392"/>
            <a:ext cx="11827265" cy="66452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5731255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B4AB6CA-F6E0-029D-2B58-D71D01BB821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2D77E327-ECEA-39AD-48B4-8FFF0C74B7B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9522" y="148305"/>
            <a:ext cx="11712955" cy="65613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0847801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BC017E8-27BF-514F-1FD3-23AF7A6B611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7EC0E713-B686-7BCD-72D4-71A31314A63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9988" y="125443"/>
            <a:ext cx="11812024" cy="66071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4575435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73F9806-3880-56F7-90EE-9D09B39BFF3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A63545EA-7BA3-BD60-AEB1-23A714AFF92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0471" y="125443"/>
            <a:ext cx="11751058" cy="66071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3441058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7013F58-42B1-D707-A13B-4C346834D8A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E4EB4A8B-BDB4-DFE4-B819-92E6C383D11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1419" y="129254"/>
            <a:ext cx="11789162" cy="65994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3980710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E65C9DC-D58A-6E22-6962-7B350053013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7C531641-DB26-F0A8-D58F-267841B7D7F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6660" y="106392"/>
            <a:ext cx="11758679" cy="66452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7499542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B5C14D2-FD3F-7FC4-7DFD-874276C430F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86F58E3A-3800-937B-646D-B51A66C5310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8557" y="125443"/>
            <a:ext cx="11834886" cy="66071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584277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A1B9259-14B4-5A9D-A0E9-5BA6D7FC721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B0717E41-223A-6093-C8F2-452FCDEBE9A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1419" y="87340"/>
            <a:ext cx="11789162" cy="66833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3560547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0197262-4034-A929-F997-E460C9E4B15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CD5A920D-42AC-9801-C565-2CCD1E5A030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3333" y="167357"/>
            <a:ext cx="11705334" cy="65232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3652069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07BE59A-D88B-5552-2957-62C91A64367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B4969095-5FF5-CC3B-8FE1-1152BA561A1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8557" y="91151"/>
            <a:ext cx="11834886" cy="66756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8992299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40F9FD4-324A-6EF5-E473-1EBE2A6039C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7C645F96-77DF-289A-DADE-5ABEB8369D0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9040" y="102581"/>
            <a:ext cx="11773920" cy="66528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6034454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268164B-9088-1BAE-AED7-BAEF44C4350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8B5D4C25-FF0F-FF31-449A-02297BDBD71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367" y="106392"/>
            <a:ext cx="11827265" cy="66452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2384569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03A2810-D484-B7D2-51C4-6E1373AECBA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4CA6D18C-B96C-C0E1-BE24-50EDD30AFF4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0471" y="94961"/>
            <a:ext cx="11751058" cy="66680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8040226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45EEBDA-F717-609B-05EF-8032ABFA3D4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C5AFC66E-B002-3A03-6A15-AB0048604FB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1419" y="159736"/>
            <a:ext cx="11789162" cy="65385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8202068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888E027-8AF1-622A-2E76-55C88510FBB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97C28E28-2EB9-86F6-5379-1BE21256C55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1419" y="106392"/>
            <a:ext cx="11789162" cy="66452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6010980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3F85257-D8CD-8547-9D89-D5AF4140C11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9CFF57F6-128F-9B6A-29F5-4FA096101A9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9040" y="110202"/>
            <a:ext cx="11773920" cy="66375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58099608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769D21F-282E-6E75-FFD1-79E6FCBAA65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3B98CDAD-85DA-6CFF-AE36-696327B0786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6178" y="106392"/>
            <a:ext cx="11819644" cy="66452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8023738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87</TotalTime>
  <Words>0</Words>
  <Application>Microsoft Office PowerPoint</Application>
  <PresentationFormat>Widescreen</PresentationFormat>
  <Paragraphs>0</Paragraphs>
  <Slides>18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2" baseType="lpstr">
      <vt:lpstr>Aptos</vt:lpstr>
      <vt:lpstr>Aptos Display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joe mcgee</dc:creator>
  <cp:lastModifiedBy>joe mcgee</cp:lastModifiedBy>
  <cp:revision>1</cp:revision>
  <dcterms:created xsi:type="dcterms:W3CDTF">2025-12-07T04:41:40Z</dcterms:created>
  <dcterms:modified xsi:type="dcterms:W3CDTF">2025-12-07T06:09:08Z</dcterms:modified>
</cp:coreProperties>
</file>