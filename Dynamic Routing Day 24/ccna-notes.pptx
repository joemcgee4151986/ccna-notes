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undo custSel addSld delSld modSld">
      <pc:chgData name="joe mcgee" userId="18b4105e8c848f48" providerId="LiveId" clId="{F4CB7604-12E2-4C2C-A72E-4EEEDFE6408B}" dt="2025-12-30T15:19:45.274" v="49" actId="962"/>
      <pc:docMkLst>
        <pc:docMk/>
      </pc:docMkLst>
      <pc:sldChg chg="addSp modSp mod">
        <pc:chgData name="joe mcgee" userId="18b4105e8c848f48" providerId="LiveId" clId="{F4CB7604-12E2-4C2C-A72E-4EEEDFE6408B}" dt="2025-12-30T15:02:49.061" v="2" actId="962"/>
        <pc:sldMkLst>
          <pc:docMk/>
          <pc:sldMk cId="2958660630" sldId="260"/>
        </pc:sldMkLst>
        <pc:picChg chg="add mod">
          <ac:chgData name="joe mcgee" userId="18b4105e8c848f48" providerId="LiveId" clId="{F4CB7604-12E2-4C2C-A72E-4EEEDFE6408B}" dt="2025-12-30T15:02:49.061" v="2" actId="962"/>
          <ac:picMkLst>
            <pc:docMk/>
            <pc:sldMk cId="2958660630" sldId="260"/>
            <ac:picMk id="3" creationId="{3662876A-C408-BF0B-CD69-0B5FFD69A8EB}"/>
          </ac:picMkLst>
        </pc:picChg>
      </pc:sldChg>
      <pc:sldChg chg="addSp modSp mod">
        <pc:chgData name="joe mcgee" userId="18b4105e8c848f48" providerId="LiveId" clId="{F4CB7604-12E2-4C2C-A72E-4EEEDFE6408B}" dt="2025-12-30T15:04:01.870" v="5" actId="962"/>
        <pc:sldMkLst>
          <pc:docMk/>
          <pc:sldMk cId="1071612145" sldId="261"/>
        </pc:sldMkLst>
        <pc:picChg chg="add mod">
          <ac:chgData name="joe mcgee" userId="18b4105e8c848f48" providerId="LiveId" clId="{F4CB7604-12E2-4C2C-A72E-4EEEDFE6408B}" dt="2025-12-30T15:04:01.870" v="5" actId="962"/>
          <ac:picMkLst>
            <pc:docMk/>
            <pc:sldMk cId="1071612145" sldId="261"/>
            <ac:picMk id="3" creationId="{1BE9026F-A08E-85E7-107B-1689A3DBB571}"/>
          </ac:picMkLst>
        </pc:picChg>
      </pc:sldChg>
      <pc:sldChg chg="addSp modSp mod">
        <pc:chgData name="joe mcgee" userId="18b4105e8c848f48" providerId="LiveId" clId="{F4CB7604-12E2-4C2C-A72E-4EEEDFE6408B}" dt="2025-12-30T15:06:27.155" v="8" actId="962"/>
        <pc:sldMkLst>
          <pc:docMk/>
          <pc:sldMk cId="747491710" sldId="262"/>
        </pc:sldMkLst>
        <pc:picChg chg="add mod">
          <ac:chgData name="joe mcgee" userId="18b4105e8c848f48" providerId="LiveId" clId="{F4CB7604-12E2-4C2C-A72E-4EEEDFE6408B}" dt="2025-12-30T15:06:27.155" v="8" actId="962"/>
          <ac:picMkLst>
            <pc:docMk/>
            <pc:sldMk cId="747491710" sldId="262"/>
            <ac:picMk id="3" creationId="{3DB1D8AB-650B-388B-8F5C-D6CD3B0A53B9}"/>
          </ac:picMkLst>
        </pc:picChg>
      </pc:sldChg>
      <pc:sldChg chg="addSp modSp mod">
        <pc:chgData name="joe mcgee" userId="18b4105e8c848f48" providerId="LiveId" clId="{F4CB7604-12E2-4C2C-A72E-4EEEDFE6408B}" dt="2025-12-30T15:09:59.494" v="11" actId="962"/>
        <pc:sldMkLst>
          <pc:docMk/>
          <pc:sldMk cId="3623203533" sldId="263"/>
        </pc:sldMkLst>
        <pc:picChg chg="add mod">
          <ac:chgData name="joe mcgee" userId="18b4105e8c848f48" providerId="LiveId" clId="{F4CB7604-12E2-4C2C-A72E-4EEEDFE6408B}" dt="2025-12-30T15:09:59.494" v="11" actId="962"/>
          <ac:picMkLst>
            <pc:docMk/>
            <pc:sldMk cId="3623203533" sldId="263"/>
            <ac:picMk id="3" creationId="{4E2F513C-FC3C-6DA4-D08F-D42D146DDEA3}"/>
          </ac:picMkLst>
        </pc:picChg>
      </pc:sldChg>
      <pc:sldChg chg="addSp modSp mod">
        <pc:chgData name="joe mcgee" userId="18b4105e8c848f48" providerId="LiveId" clId="{F4CB7604-12E2-4C2C-A72E-4EEEDFE6408B}" dt="2025-12-30T15:11:29.455" v="14" actId="962"/>
        <pc:sldMkLst>
          <pc:docMk/>
          <pc:sldMk cId="118388449" sldId="264"/>
        </pc:sldMkLst>
        <pc:picChg chg="add mod">
          <ac:chgData name="joe mcgee" userId="18b4105e8c848f48" providerId="LiveId" clId="{F4CB7604-12E2-4C2C-A72E-4EEEDFE6408B}" dt="2025-12-30T15:11:29.455" v="14" actId="962"/>
          <ac:picMkLst>
            <pc:docMk/>
            <pc:sldMk cId="118388449" sldId="264"/>
            <ac:picMk id="3" creationId="{95D14955-0116-2E0C-58F5-A45BCDD9C1E5}"/>
          </ac:picMkLst>
        </pc:picChg>
      </pc:sldChg>
      <pc:sldChg chg="addSp modSp mod">
        <pc:chgData name="joe mcgee" userId="18b4105e8c848f48" providerId="LiveId" clId="{F4CB7604-12E2-4C2C-A72E-4EEEDFE6408B}" dt="2025-12-30T15:12:20.518" v="17" actId="962"/>
        <pc:sldMkLst>
          <pc:docMk/>
          <pc:sldMk cId="2410765648" sldId="265"/>
        </pc:sldMkLst>
        <pc:picChg chg="add mod">
          <ac:chgData name="joe mcgee" userId="18b4105e8c848f48" providerId="LiveId" clId="{F4CB7604-12E2-4C2C-A72E-4EEEDFE6408B}" dt="2025-12-30T15:12:20.518" v="17" actId="962"/>
          <ac:picMkLst>
            <pc:docMk/>
            <pc:sldMk cId="2410765648" sldId="265"/>
            <ac:picMk id="3" creationId="{5C9B5EE6-15E6-E426-42B9-02483C3E06D8}"/>
          </ac:picMkLst>
        </pc:picChg>
      </pc:sldChg>
      <pc:sldChg chg="addSp modSp mod">
        <pc:chgData name="joe mcgee" userId="18b4105e8c848f48" providerId="LiveId" clId="{F4CB7604-12E2-4C2C-A72E-4EEEDFE6408B}" dt="2025-12-30T15:13:10.907" v="20" actId="962"/>
        <pc:sldMkLst>
          <pc:docMk/>
          <pc:sldMk cId="3700522084" sldId="266"/>
        </pc:sldMkLst>
        <pc:picChg chg="add mod">
          <ac:chgData name="joe mcgee" userId="18b4105e8c848f48" providerId="LiveId" clId="{F4CB7604-12E2-4C2C-A72E-4EEEDFE6408B}" dt="2025-12-30T15:13:10.907" v="20" actId="962"/>
          <ac:picMkLst>
            <pc:docMk/>
            <pc:sldMk cId="3700522084" sldId="266"/>
            <ac:picMk id="3" creationId="{C866B93A-D5F2-172C-AB0A-EB72EEB0B1EF}"/>
          </ac:picMkLst>
        </pc:picChg>
      </pc:sldChg>
      <pc:sldChg chg="addSp modSp mod">
        <pc:chgData name="joe mcgee" userId="18b4105e8c848f48" providerId="LiveId" clId="{F4CB7604-12E2-4C2C-A72E-4EEEDFE6408B}" dt="2025-12-30T15:13:52.894" v="23" actId="962"/>
        <pc:sldMkLst>
          <pc:docMk/>
          <pc:sldMk cId="813853616" sldId="267"/>
        </pc:sldMkLst>
        <pc:picChg chg="add mod">
          <ac:chgData name="joe mcgee" userId="18b4105e8c848f48" providerId="LiveId" clId="{F4CB7604-12E2-4C2C-A72E-4EEEDFE6408B}" dt="2025-12-30T15:13:52.894" v="23" actId="962"/>
          <ac:picMkLst>
            <pc:docMk/>
            <pc:sldMk cId="813853616" sldId="267"/>
            <ac:picMk id="3" creationId="{47C26563-45CB-2549-B2A0-E5BF2BFB4330}"/>
          </ac:picMkLst>
        </pc:picChg>
      </pc:sldChg>
      <pc:sldChg chg="addSp modSp mod">
        <pc:chgData name="joe mcgee" userId="18b4105e8c848f48" providerId="LiveId" clId="{F4CB7604-12E2-4C2C-A72E-4EEEDFE6408B}" dt="2025-12-30T15:14:56.456" v="26" actId="962"/>
        <pc:sldMkLst>
          <pc:docMk/>
          <pc:sldMk cId="3177075091" sldId="268"/>
        </pc:sldMkLst>
        <pc:picChg chg="add mod">
          <ac:chgData name="joe mcgee" userId="18b4105e8c848f48" providerId="LiveId" clId="{F4CB7604-12E2-4C2C-A72E-4EEEDFE6408B}" dt="2025-12-30T15:14:56.456" v="26" actId="962"/>
          <ac:picMkLst>
            <pc:docMk/>
            <pc:sldMk cId="3177075091" sldId="268"/>
            <ac:picMk id="3" creationId="{511E323A-012B-A8DD-683B-E74544673F6B}"/>
          </ac:picMkLst>
        </pc:picChg>
      </pc:sldChg>
      <pc:sldChg chg="addSp modSp mod">
        <pc:chgData name="joe mcgee" userId="18b4105e8c848f48" providerId="LiveId" clId="{F4CB7604-12E2-4C2C-A72E-4EEEDFE6408B}" dt="2025-12-30T15:15:58.402" v="29" actId="962"/>
        <pc:sldMkLst>
          <pc:docMk/>
          <pc:sldMk cId="1843859907" sldId="269"/>
        </pc:sldMkLst>
        <pc:picChg chg="add mod">
          <ac:chgData name="joe mcgee" userId="18b4105e8c848f48" providerId="LiveId" clId="{F4CB7604-12E2-4C2C-A72E-4EEEDFE6408B}" dt="2025-12-30T15:15:58.402" v="29" actId="962"/>
          <ac:picMkLst>
            <pc:docMk/>
            <pc:sldMk cId="1843859907" sldId="269"/>
            <ac:picMk id="3" creationId="{09831179-50F9-1EDD-534C-CD3A029F4309}"/>
          </ac:picMkLst>
        </pc:picChg>
      </pc:sldChg>
      <pc:sldChg chg="addSp modSp mod">
        <pc:chgData name="joe mcgee" userId="18b4105e8c848f48" providerId="LiveId" clId="{F4CB7604-12E2-4C2C-A72E-4EEEDFE6408B}" dt="2025-12-30T15:17:56.232" v="34" actId="1076"/>
        <pc:sldMkLst>
          <pc:docMk/>
          <pc:sldMk cId="962704335" sldId="270"/>
        </pc:sldMkLst>
        <pc:picChg chg="add mod">
          <ac:chgData name="joe mcgee" userId="18b4105e8c848f48" providerId="LiveId" clId="{F4CB7604-12E2-4C2C-A72E-4EEEDFE6408B}" dt="2025-12-30T15:17:35.323" v="32" actId="962"/>
          <ac:picMkLst>
            <pc:docMk/>
            <pc:sldMk cId="962704335" sldId="270"/>
            <ac:picMk id="3" creationId="{1587EF44-A999-5015-F066-CBD008B1172E}"/>
          </ac:picMkLst>
        </pc:picChg>
        <pc:picChg chg="add mod">
          <ac:chgData name="joe mcgee" userId="18b4105e8c848f48" providerId="LiveId" clId="{F4CB7604-12E2-4C2C-A72E-4EEEDFE6408B}" dt="2025-12-30T15:17:56.232" v="34" actId="1076"/>
          <ac:picMkLst>
            <pc:docMk/>
            <pc:sldMk cId="962704335" sldId="270"/>
            <ac:picMk id="5" creationId="{3DAFB2A0-3C46-B13B-4960-CADEA78B300C}"/>
          </ac:picMkLst>
        </pc:picChg>
      </pc:sldChg>
      <pc:sldChg chg="addSp modSp del mod">
        <pc:chgData name="joe mcgee" userId="18b4105e8c848f48" providerId="LiveId" clId="{F4CB7604-12E2-4C2C-A72E-4EEEDFE6408B}" dt="2025-12-30T15:19:30.374" v="38" actId="47"/>
        <pc:sldMkLst>
          <pc:docMk/>
          <pc:sldMk cId="3991188531" sldId="271"/>
        </pc:sldMkLst>
        <pc:picChg chg="add mod">
          <ac:chgData name="joe mcgee" userId="18b4105e8c848f48" providerId="LiveId" clId="{F4CB7604-12E2-4C2C-A72E-4EEEDFE6408B}" dt="2025-12-30T15:19:20.780" v="37" actId="962"/>
          <ac:picMkLst>
            <pc:docMk/>
            <pc:sldMk cId="3991188531" sldId="271"/>
            <ac:picMk id="3" creationId="{C1082C0B-9460-2238-DE37-0C730C160491}"/>
          </ac:picMkLst>
        </pc:picChg>
      </pc:sldChg>
      <pc:sldChg chg="del">
        <pc:chgData name="joe mcgee" userId="18b4105e8c848f48" providerId="LiveId" clId="{F4CB7604-12E2-4C2C-A72E-4EEEDFE6408B}" dt="2025-12-30T15:19:30.666" v="39" actId="47"/>
        <pc:sldMkLst>
          <pc:docMk/>
          <pc:sldMk cId="2211285304" sldId="272"/>
        </pc:sldMkLst>
      </pc:sldChg>
      <pc:sldChg chg="del">
        <pc:chgData name="joe mcgee" userId="18b4105e8c848f48" providerId="LiveId" clId="{F4CB7604-12E2-4C2C-A72E-4EEEDFE6408B}" dt="2025-12-30T15:19:30.957" v="40" actId="47"/>
        <pc:sldMkLst>
          <pc:docMk/>
          <pc:sldMk cId="2921571564" sldId="273"/>
        </pc:sldMkLst>
      </pc:sldChg>
      <pc:sldChg chg="del">
        <pc:chgData name="joe mcgee" userId="18b4105e8c848f48" providerId="LiveId" clId="{F4CB7604-12E2-4C2C-A72E-4EEEDFE6408B}" dt="2025-12-30T15:19:31.494" v="41" actId="47"/>
        <pc:sldMkLst>
          <pc:docMk/>
          <pc:sldMk cId="2065203525" sldId="274"/>
        </pc:sldMkLst>
      </pc:sldChg>
      <pc:sldChg chg="del">
        <pc:chgData name="joe mcgee" userId="18b4105e8c848f48" providerId="LiveId" clId="{F4CB7604-12E2-4C2C-A72E-4EEEDFE6408B}" dt="2025-12-30T15:19:31.845" v="42" actId="47"/>
        <pc:sldMkLst>
          <pc:docMk/>
          <pc:sldMk cId="737521380" sldId="275"/>
        </pc:sldMkLst>
      </pc:sldChg>
      <pc:sldChg chg="del">
        <pc:chgData name="joe mcgee" userId="18b4105e8c848f48" providerId="LiveId" clId="{F4CB7604-12E2-4C2C-A72E-4EEEDFE6408B}" dt="2025-12-30T15:19:32.228" v="43" actId="47"/>
        <pc:sldMkLst>
          <pc:docMk/>
          <pc:sldMk cId="3861527927" sldId="276"/>
        </pc:sldMkLst>
      </pc:sldChg>
      <pc:sldChg chg="del">
        <pc:chgData name="joe mcgee" userId="18b4105e8c848f48" providerId="LiveId" clId="{F4CB7604-12E2-4C2C-A72E-4EEEDFE6408B}" dt="2025-12-30T15:19:32.616" v="44" actId="47"/>
        <pc:sldMkLst>
          <pc:docMk/>
          <pc:sldMk cId="1666495642" sldId="277"/>
        </pc:sldMkLst>
      </pc:sldChg>
      <pc:sldChg chg="addSp modSp add del mod">
        <pc:chgData name="joe mcgee" userId="18b4105e8c848f48" providerId="LiveId" clId="{F4CB7604-12E2-4C2C-A72E-4EEEDFE6408B}" dt="2025-12-30T15:19:45.274" v="49" actId="962"/>
        <pc:sldMkLst>
          <pc:docMk/>
          <pc:sldMk cId="3655639688" sldId="278"/>
        </pc:sldMkLst>
        <pc:picChg chg="add mod">
          <ac:chgData name="joe mcgee" userId="18b4105e8c848f48" providerId="LiveId" clId="{F4CB7604-12E2-4C2C-A72E-4EEEDFE6408B}" dt="2025-12-30T15:19:45.274" v="49" actId="962"/>
          <ac:picMkLst>
            <pc:docMk/>
            <pc:sldMk cId="3655639688" sldId="278"/>
            <ac:picMk id="3" creationId="{4371FE64-6B28-3821-7E57-AD1DC4F1F8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BC4A8-236A-7B00-BD89-70AF1DA1E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592AC-0D04-209B-3B6C-E0B4FD23A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B151B-7AA7-AC3F-5310-A4EE42E1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3CC8B-703A-E7FA-DBAA-7B65BF44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99C89-178F-E14B-D6B3-EC6FFC0F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4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28B1-D396-1FE5-E208-4BBCC79D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C824-0E9D-8756-73CA-AD792219C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40829-6BDC-0C0D-FC47-3B2ACAC2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C30E6-DD91-2915-A39F-316A1525E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C2CCF-529B-4453-9A00-DFB56E20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0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18ED-D983-1984-64EF-EFBD603C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7632D-F2E3-FAF1-539F-AD8D4BF4D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C8D0-7A9E-0E0E-A0AC-6B857121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03B0-1619-C9AE-8B37-2C5BAB90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2B50D-AC36-4699-33A1-D082FBE5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8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CE45-9FC4-2ED3-3CC9-0868B07F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92A8C-D3A0-74B3-C66A-E240A7D4F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7967D-AFD4-E416-FB2F-1A0A4B3C7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4BC90-A6ED-45F7-1070-15FE0C5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F510A-F6CC-A34C-3EA0-E65BCAAC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48E0F-D01A-BDC0-C071-70054024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0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2A02-8DD4-DD6A-68FF-C5602FA6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D7E03-4943-D79E-5A2C-77012BD3F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F44E1-4DD0-B3DE-2DA9-96019F45F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20FE8-E6C5-E619-8712-0A13570BE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334C2-9E96-CD6B-4BD6-EC315635A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5B148-DC27-A0D7-BD27-AD69BB63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24823-BD5E-B1B9-C384-D3A158B5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E1A40-A3E3-FE1A-6645-81011268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23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7FCC-7F39-0B92-F20E-2B645305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BF75B-68DF-88E8-35A2-EC4D6E78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03FA8-29BA-3267-701E-BCA946B8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A9FDE-DF0B-07A3-30C2-B7B2FDD3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67A46-D624-4A03-55E8-FDBC69BD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7F9B0-97A1-7FFF-9252-1878F7BC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3046D-957C-7D9C-74D4-419C9232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7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0578-0CFF-7578-89B9-11524F32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2B5E-3B42-EA13-2F9F-977791368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27A25-670A-0F2E-F33E-2F03B36DA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F8D4C-D958-7E77-6EB3-8D0E8345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2CF6C-8CA9-7D2E-E145-4C30851F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6DAA0-22B8-3579-7E3B-9BB4A3DF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3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7189-9CC5-8359-03E8-B8BC0924C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2C96D-2F36-D9DF-AE22-60B38588B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D4D22-EE77-D3F2-E8E5-9DCC71EB6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8A1A-5387-0CF7-A12E-34DC86C5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B19E2-FFA4-E6C3-B971-786B6AC5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D5DE1-518C-8E35-59FC-F47CA774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7B81-5993-A6EA-AD8C-35770D7A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992AB-76FF-3296-146F-84D7F70D1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F3820-033E-B99A-A998-442E26EA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7168-42B0-C036-6CE6-B93AA8D8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8A2EE-3A22-B31A-CF7E-4FE12AAE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9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2085A-1778-4011-7F6B-D219FE5D1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92700-9C47-AAFF-C23C-CA0C00E6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8404-604F-D7F2-F7DC-53A8E7F3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A230-EDD0-1E58-A048-847F9FA5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7E8E5-0E56-1CB4-83A8-453B161D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1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0706C-CF3A-1268-6178-F15417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7B7E8-1908-5469-3809-16AB053F0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5303B-9C9C-3A09-1D93-3D2E91D3D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EF72F-8942-417A-A5B2-3AF7C3F2F2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60C8-09E2-4192-B56A-4C38F51AD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35ED-3DDC-F416-2038-B55FB4312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43E71-D2D6-4E1A-967F-CA800B53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EEE669-AEFC-F24C-31D7-0EF39FBBA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" y="0"/>
            <a:ext cx="12126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D9A24-A124-6366-ECE7-C9E056F7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8103B-6936-EB88-2240-8C70BF6FE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11134"/>
            <a:ext cx="12139712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3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94A4-702E-D802-ACE4-3E8B64D1E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BDF275-8018-9D21-AA13-CF8113506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1" y="0"/>
            <a:ext cx="12142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6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4823-3A53-9DC2-94DA-4F863281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93D977-6370-90A3-BB77-85E63EDC9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23"/>
            <a:ext cx="12192000" cy="678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2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CD3E-657E-C6CF-0BA5-166C4B81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62876A-C408-BF0B-CD69-0B5FFD69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" y="14944"/>
            <a:ext cx="12154953" cy="68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6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1B78-8EC5-9AE5-DDCC-6840E8B03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1BE9026F-A08E-85E7-107B-1689A3DB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" y="0"/>
            <a:ext cx="12022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1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77C6-5C97-B158-8994-8D9F9660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3DB1D8AB-650B-388B-8F5C-D6CD3B0A5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" y="18754"/>
            <a:ext cx="12093988" cy="6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9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2F59-49EC-030B-6A99-16A77BF0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2F513C-FC3C-6DA4-D08F-D42D146DD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" y="53047"/>
            <a:ext cx="12177815" cy="67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03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A27C-EA66-6EBE-BD91-90400669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D14955-0116-2E0C-58F5-A45BCDD9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" y="7323"/>
            <a:ext cx="12093988" cy="68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138D-D37D-A5AF-C06A-6B7E30F1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9B5EE6-15E6-E426-42B9-02483C3E0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5"/>
            <a:ext cx="12192000" cy="683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6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094B-F7DE-A065-1D90-58052753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66B93A-D5F2-172C-AB0A-EB72EEB0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5" y="0"/>
            <a:ext cx="12087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2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E4C5-C966-A41F-46E3-23D584E7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7C26563-45CB-2549-B2A0-E5BF2BFB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" y="30185"/>
            <a:ext cx="12063505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53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41CA-0FD0-DFFD-5072-FDAE55DA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1E323A-012B-A8DD-683B-E74544673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2"/>
            <a:ext cx="12192000" cy="685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75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10E0-BA9A-7DE3-1769-9881BD2F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831179-50F9-1EDD-534C-CD3A029F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9" y="0"/>
            <a:ext cx="12075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59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365DC-5B87-0E9A-920A-46A5FD0D3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87EF44-A999-5015-F066-CBD008B11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2" y="0"/>
            <a:ext cx="1211757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AFB2A0-3C46-B13B-4960-CADEA78B3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4" y="-870328"/>
            <a:ext cx="10767993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04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6D64-3457-4D24-0120-3A924577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71FE64-6B28-3821-7E57-AD1DC4F1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14944"/>
            <a:ext cx="12170195" cy="68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3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2025-12-30T14:41:41Z</dcterms:created>
  <dcterms:modified xsi:type="dcterms:W3CDTF">2025-12-30T15:19:47Z</dcterms:modified>
</cp:coreProperties>
</file>