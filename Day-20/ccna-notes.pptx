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5469-5DA3-B928-62A1-810EF1FAF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C31581-8126-30C6-0857-F625561F4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C60BC-8B18-43FB-002E-A8DC52CA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F1DE-84B1-20EE-D1F9-D013624E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35D63-87F2-5233-836B-A130DB87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20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2540-F41C-42C9-2D83-63DAD87A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545BE-8D67-A88C-5F02-1DE5CBED7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0A9BD-9C4D-E865-D3FF-AD3C2A07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87C7-E480-C612-414C-E9DD25FA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8FB8F-4707-6CFC-5394-8FFB4A21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9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D743-8AE2-76D2-F804-08F00F93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D90BB-454F-A293-FE02-1FFF9DADC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719DD-98AF-99C0-28E6-C408E80B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0E244-7289-53F3-C9E8-8F96FC96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617D6-5956-73BD-6B0B-F7230A0E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13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95C1-8C13-F64C-CEEE-739E7BA8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910B5-6DA2-E84D-E7AF-97E105108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E61C6-6E83-7004-3A01-FA5D71F59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60CD7-4F1B-1834-EAFB-601D31D6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C6C64-6BD6-B0C9-001C-819B69BD4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FF0F2-4079-8118-C436-C127CAE6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08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65C7-1744-1C53-82F9-CB4D40B3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29099-5231-E729-88AF-C20C6BC1A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C10A9-F8DF-523E-3563-28AC23E54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1F39F-9B84-34C7-58E9-28216A0C6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AD7B9-6A16-E461-4FAA-F36948BC5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D9C7E-457B-E2E3-E48E-F4A9C744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93429-122F-224E-8861-70FB00AA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DDCF6-AC33-F81E-54D2-2ABC20DE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36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0505-8CC7-728F-8CED-BE09508F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0BF047-C181-DF3D-FD2F-81F77AC4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D4687-F873-D672-4FC2-14B2017D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C877E-8C66-AF9C-57B1-C2366090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3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D405C-F1B6-FFC8-B71D-A4DA99FE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59D8E-E97F-C98A-CA30-A9014BB4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BF03E-422F-4C0E-8B15-29E58825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4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69A8-ED52-4E07-C714-BAD11135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C686D-E5C1-22A4-B273-12787F479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A543-774E-53D4-6AF6-6157C12C9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FD1B0-28E5-5D44-A307-DDC80A3B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7FBF6-1A15-1B1F-1DE5-19FE27E1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A2120-762F-FCC5-44DB-2CB754F6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1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E6A2B-4951-BDE3-89A0-5342E52C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F09E5-6254-C049-24CF-E7E420D26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9CF21-D44C-E819-591C-C9D5F7BB3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7C561-16C3-777F-56FB-0B31C3CC4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67D0E-77C8-0851-535D-87623760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73DFF-AA2A-056E-B89A-7369F22B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0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D8FAE-45CC-1F6A-8771-F5095C77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4DDC-FC04-D019-1440-4372C3F48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9A951-CD91-EA3A-FE0D-5BF57B45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A9738-6A88-B15E-4729-14F0F9DC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65AA7-0907-C1DE-9E04-8078E045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31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993F0-952B-C434-D701-338145D84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BEFB8-E33D-93F7-D5B9-CF5A9F38C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B82CB-2BD1-36A7-1233-B765222A2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9C438-11E6-9307-BEE8-03649205F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B2247-0B7B-588F-E44D-6A53D41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1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165AF-EB73-98F7-8E93-7F241973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EF355-EC79-E788-350D-95E5B94FB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4214B-1E56-98EE-96AC-9F2F91F2C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17325-F762-4E9B-BFF8-385F5A21771A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E5032-CE04-F9D1-A29A-F242BF808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CBF32-AC16-DA42-8F08-3B2A91E7B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A88635-181A-4046-AB54-DE391447A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7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F3DFC9-20A7-FA0A-C06F-4D410EAB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14012"/>
            <a:ext cx="11789162" cy="66299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D30772-BE78-7E29-7E72-DA37F19A35B7}"/>
              </a:ext>
            </a:extLst>
          </p:cNvPr>
          <p:cNvSpPr/>
          <p:nvPr/>
        </p:nvSpPr>
        <p:spPr>
          <a:xfrm>
            <a:off x="9322553" y="0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7:14</a:t>
            </a:r>
          </a:p>
        </p:txBody>
      </p:sp>
    </p:spTree>
    <p:extLst>
      <p:ext uri="{BB962C8B-B14F-4D97-AF65-F5344CB8AC3E}">
        <p14:creationId xmlns:p14="http://schemas.microsoft.com/office/powerpoint/2010/main" val="315812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66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0BD87-FB41-8B77-0BDB-8D9D8A39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682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3CE6E-0FAA-8333-C574-AF0A3331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59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B42E-8760-EDBE-488D-081F6D836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20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7697A-DF98-23BF-52AB-7811AD88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8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DF3E4-2BB6-B1ED-B4CC-D5D5A540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16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A9D2-B07A-95FF-0EC3-7AA76C2F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266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FF70-EA1A-6BCA-F858-494F37AE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304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E107-DBAE-86F4-B342-26017E64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417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6A9B-0496-21B1-038C-7283F9F0B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26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2</cp:revision>
  <dcterms:created xsi:type="dcterms:W3CDTF">2025-11-16T03:36:29Z</dcterms:created>
  <dcterms:modified xsi:type="dcterms:W3CDTF">2025-11-16T03:45:43Z</dcterms:modified>
</cp:coreProperties>
</file>