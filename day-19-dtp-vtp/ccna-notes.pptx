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96B88-64E4-4101-ADA8-240EF8174DBE}" v="1" dt="2025-11-24T09:13:59.4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modSld">
      <pc:chgData name="joe mcgee" userId="18b4105e8c848f48" providerId="LiveId" clId="{F4CB7604-12E2-4C2C-A72E-4EEEDFE6408B}" dt="2025-11-24T09:15:10.675" v="65" actId="9405"/>
      <pc:docMkLst>
        <pc:docMk/>
      </pc:docMkLst>
      <pc:sldChg chg="addSp mod">
        <pc:chgData name="joe mcgee" userId="18b4105e8c848f48" providerId="LiveId" clId="{F4CB7604-12E2-4C2C-A72E-4EEEDFE6408B}" dt="2025-11-24T09:13:12.191" v="2" actId="9405"/>
        <pc:sldMkLst>
          <pc:docMk/>
          <pc:sldMk cId="697230505" sldId="262"/>
        </pc:sldMkLst>
        <pc:inkChg chg="add">
          <ac:chgData name="joe mcgee" userId="18b4105e8c848f48" providerId="LiveId" clId="{F4CB7604-12E2-4C2C-A72E-4EEEDFE6408B}" dt="2025-11-24T09:13:07.634" v="0" actId="9405"/>
          <ac:inkMkLst>
            <pc:docMk/>
            <pc:sldMk cId="697230505" sldId="262"/>
            <ac:inkMk id="2" creationId="{00EF57D3-C687-340F-1352-F6269EA06758}"/>
          </ac:inkMkLst>
        </pc:inkChg>
        <pc:inkChg chg="add">
          <ac:chgData name="joe mcgee" userId="18b4105e8c848f48" providerId="LiveId" clId="{F4CB7604-12E2-4C2C-A72E-4EEEDFE6408B}" dt="2025-11-24T09:13:10.175" v="1" actId="9405"/>
          <ac:inkMkLst>
            <pc:docMk/>
            <pc:sldMk cId="697230505" sldId="262"/>
            <ac:inkMk id="4" creationId="{441D97BD-1B88-CF5F-0AE8-F1692FBB24D7}"/>
          </ac:inkMkLst>
        </pc:inkChg>
        <pc:inkChg chg="add">
          <ac:chgData name="joe mcgee" userId="18b4105e8c848f48" providerId="LiveId" clId="{F4CB7604-12E2-4C2C-A72E-4EEEDFE6408B}" dt="2025-11-24T09:13:12.191" v="2" actId="9405"/>
          <ac:inkMkLst>
            <pc:docMk/>
            <pc:sldMk cId="697230505" sldId="262"/>
            <ac:inkMk id="5" creationId="{0D891134-4E62-9EB5-24AA-EC02496CB18A}"/>
          </ac:inkMkLst>
        </pc:inkChg>
      </pc:sldChg>
      <pc:sldChg chg="addSp mod">
        <pc:chgData name="joe mcgee" userId="18b4105e8c848f48" providerId="LiveId" clId="{F4CB7604-12E2-4C2C-A72E-4EEEDFE6408B}" dt="2025-11-24T09:13:26.489" v="9" actId="9405"/>
        <pc:sldMkLst>
          <pc:docMk/>
          <pc:sldMk cId="255544962" sldId="263"/>
        </pc:sldMkLst>
        <pc:inkChg chg="add">
          <ac:chgData name="joe mcgee" userId="18b4105e8c848f48" providerId="LiveId" clId="{F4CB7604-12E2-4C2C-A72E-4EEEDFE6408B}" dt="2025-11-24T09:13:16.203" v="3" actId="9405"/>
          <ac:inkMkLst>
            <pc:docMk/>
            <pc:sldMk cId="255544962" sldId="263"/>
            <ac:inkMk id="2" creationId="{0A3AF272-9535-0A2F-246E-7BA718E9FD7A}"/>
          </ac:inkMkLst>
        </pc:inkChg>
        <pc:inkChg chg="add">
          <ac:chgData name="joe mcgee" userId="18b4105e8c848f48" providerId="LiveId" clId="{F4CB7604-12E2-4C2C-A72E-4EEEDFE6408B}" dt="2025-11-24T09:13:17.895" v="4" actId="9405"/>
          <ac:inkMkLst>
            <pc:docMk/>
            <pc:sldMk cId="255544962" sldId="263"/>
            <ac:inkMk id="4" creationId="{B76BD892-9C6F-1C35-C152-025FD49CFC7B}"/>
          </ac:inkMkLst>
        </pc:inkChg>
        <pc:inkChg chg="add">
          <ac:chgData name="joe mcgee" userId="18b4105e8c848f48" providerId="LiveId" clId="{F4CB7604-12E2-4C2C-A72E-4EEEDFE6408B}" dt="2025-11-24T09:13:19.556" v="5" actId="9405"/>
          <ac:inkMkLst>
            <pc:docMk/>
            <pc:sldMk cId="255544962" sldId="263"/>
            <ac:inkMk id="5" creationId="{657DD574-44D0-B069-81E6-3993A7C74AA6}"/>
          </ac:inkMkLst>
        </pc:inkChg>
        <pc:inkChg chg="add">
          <ac:chgData name="joe mcgee" userId="18b4105e8c848f48" providerId="LiveId" clId="{F4CB7604-12E2-4C2C-A72E-4EEEDFE6408B}" dt="2025-11-24T09:13:22.121" v="6" actId="9405"/>
          <ac:inkMkLst>
            <pc:docMk/>
            <pc:sldMk cId="255544962" sldId="263"/>
            <ac:inkMk id="6" creationId="{106235CD-F233-6465-34F8-A7E97E045EDF}"/>
          </ac:inkMkLst>
        </pc:inkChg>
        <pc:inkChg chg="add">
          <ac:chgData name="joe mcgee" userId="18b4105e8c848f48" providerId="LiveId" clId="{F4CB7604-12E2-4C2C-A72E-4EEEDFE6408B}" dt="2025-11-24T09:13:23.704" v="7" actId="9405"/>
          <ac:inkMkLst>
            <pc:docMk/>
            <pc:sldMk cId="255544962" sldId="263"/>
            <ac:inkMk id="7" creationId="{B7C74A7F-2569-0A65-D099-297CC36AF0CA}"/>
          </ac:inkMkLst>
        </pc:inkChg>
        <pc:inkChg chg="add">
          <ac:chgData name="joe mcgee" userId="18b4105e8c848f48" providerId="LiveId" clId="{F4CB7604-12E2-4C2C-A72E-4EEEDFE6408B}" dt="2025-11-24T09:13:25.460" v="8" actId="9405"/>
          <ac:inkMkLst>
            <pc:docMk/>
            <pc:sldMk cId="255544962" sldId="263"/>
            <ac:inkMk id="8" creationId="{D3108FE7-4769-0EA7-CAAF-CE8E486A65A8}"/>
          </ac:inkMkLst>
        </pc:inkChg>
        <pc:inkChg chg="add">
          <ac:chgData name="joe mcgee" userId="18b4105e8c848f48" providerId="LiveId" clId="{F4CB7604-12E2-4C2C-A72E-4EEEDFE6408B}" dt="2025-11-24T09:13:26.489" v="9" actId="9405"/>
          <ac:inkMkLst>
            <pc:docMk/>
            <pc:sldMk cId="255544962" sldId="263"/>
            <ac:inkMk id="9" creationId="{51183B9C-F66E-F10C-51A2-B1135A0C9517}"/>
          </ac:inkMkLst>
        </pc:inkChg>
      </pc:sldChg>
      <pc:sldChg chg="addSp mod">
        <pc:chgData name="joe mcgee" userId="18b4105e8c848f48" providerId="LiveId" clId="{F4CB7604-12E2-4C2C-A72E-4EEEDFE6408B}" dt="2025-11-24T09:13:34.492" v="13" actId="9405"/>
        <pc:sldMkLst>
          <pc:docMk/>
          <pc:sldMk cId="1444472984" sldId="264"/>
        </pc:sldMkLst>
        <pc:inkChg chg="add">
          <ac:chgData name="joe mcgee" userId="18b4105e8c848f48" providerId="LiveId" clId="{F4CB7604-12E2-4C2C-A72E-4EEEDFE6408B}" dt="2025-11-24T09:13:31.055" v="10" actId="9405"/>
          <ac:inkMkLst>
            <pc:docMk/>
            <pc:sldMk cId="1444472984" sldId="264"/>
            <ac:inkMk id="2" creationId="{5AFD577E-3A06-B48A-8AE6-73DD39EE4333}"/>
          </ac:inkMkLst>
        </pc:inkChg>
        <pc:inkChg chg="add">
          <ac:chgData name="joe mcgee" userId="18b4105e8c848f48" providerId="LiveId" clId="{F4CB7604-12E2-4C2C-A72E-4EEEDFE6408B}" dt="2025-11-24T09:13:32.286" v="11" actId="9405"/>
          <ac:inkMkLst>
            <pc:docMk/>
            <pc:sldMk cId="1444472984" sldId="264"/>
            <ac:inkMk id="4" creationId="{907DAFE8-E820-19B4-EFCC-1B4B9C2E2353}"/>
          </ac:inkMkLst>
        </pc:inkChg>
        <pc:inkChg chg="add">
          <ac:chgData name="joe mcgee" userId="18b4105e8c848f48" providerId="LiveId" clId="{F4CB7604-12E2-4C2C-A72E-4EEEDFE6408B}" dt="2025-11-24T09:13:33.715" v="12" actId="9405"/>
          <ac:inkMkLst>
            <pc:docMk/>
            <pc:sldMk cId="1444472984" sldId="264"/>
            <ac:inkMk id="5" creationId="{8894D7D6-6A86-A5E7-A2F7-091AE06AFEA5}"/>
          </ac:inkMkLst>
        </pc:inkChg>
        <pc:inkChg chg="add">
          <ac:chgData name="joe mcgee" userId="18b4105e8c848f48" providerId="LiveId" clId="{F4CB7604-12E2-4C2C-A72E-4EEEDFE6408B}" dt="2025-11-24T09:13:34.492" v="13" actId="9405"/>
          <ac:inkMkLst>
            <pc:docMk/>
            <pc:sldMk cId="1444472984" sldId="264"/>
            <ac:inkMk id="6" creationId="{9DFC63F8-3E86-CA87-0226-BCA7D06F5460}"/>
          </ac:inkMkLst>
        </pc:inkChg>
      </pc:sldChg>
      <pc:sldChg chg="addSp mod">
        <pc:chgData name="joe mcgee" userId="18b4105e8c848f48" providerId="LiveId" clId="{F4CB7604-12E2-4C2C-A72E-4EEEDFE6408B}" dt="2025-11-24T09:13:52.226" v="24" actId="9405"/>
        <pc:sldMkLst>
          <pc:docMk/>
          <pc:sldMk cId="179554777" sldId="266"/>
        </pc:sldMkLst>
        <pc:inkChg chg="add">
          <ac:chgData name="joe mcgee" userId="18b4105e8c848f48" providerId="LiveId" clId="{F4CB7604-12E2-4C2C-A72E-4EEEDFE6408B}" dt="2025-11-24T09:13:39.046" v="14" actId="9405"/>
          <ac:inkMkLst>
            <pc:docMk/>
            <pc:sldMk cId="179554777" sldId="266"/>
            <ac:inkMk id="2" creationId="{9CD6368A-B39A-C532-672E-703708E4CF2D}"/>
          </ac:inkMkLst>
        </pc:inkChg>
        <pc:inkChg chg="add">
          <ac:chgData name="joe mcgee" userId="18b4105e8c848f48" providerId="LiveId" clId="{F4CB7604-12E2-4C2C-A72E-4EEEDFE6408B}" dt="2025-11-24T09:13:40.459" v="15" actId="9405"/>
          <ac:inkMkLst>
            <pc:docMk/>
            <pc:sldMk cId="179554777" sldId="266"/>
            <ac:inkMk id="4" creationId="{CA48CC90-21F8-AE47-111C-2FB2606987B3}"/>
          </ac:inkMkLst>
        </pc:inkChg>
        <pc:inkChg chg="add">
          <ac:chgData name="joe mcgee" userId="18b4105e8c848f48" providerId="LiveId" clId="{F4CB7604-12E2-4C2C-A72E-4EEEDFE6408B}" dt="2025-11-24T09:13:41.886" v="16" actId="9405"/>
          <ac:inkMkLst>
            <pc:docMk/>
            <pc:sldMk cId="179554777" sldId="266"/>
            <ac:inkMk id="5" creationId="{139AFC02-FDB4-05E9-72F5-B66944D92639}"/>
          </ac:inkMkLst>
        </pc:inkChg>
        <pc:inkChg chg="add">
          <ac:chgData name="joe mcgee" userId="18b4105e8c848f48" providerId="LiveId" clId="{F4CB7604-12E2-4C2C-A72E-4EEEDFE6408B}" dt="2025-11-24T09:13:42.962" v="17" actId="9405"/>
          <ac:inkMkLst>
            <pc:docMk/>
            <pc:sldMk cId="179554777" sldId="266"/>
            <ac:inkMk id="6" creationId="{3C2946C1-B9B8-EA61-2BF2-BCB56BAF4B3C}"/>
          </ac:inkMkLst>
        </pc:inkChg>
        <pc:inkChg chg="add">
          <ac:chgData name="joe mcgee" userId="18b4105e8c848f48" providerId="LiveId" clId="{F4CB7604-12E2-4C2C-A72E-4EEEDFE6408B}" dt="2025-11-24T09:13:43.788" v="18" actId="9405"/>
          <ac:inkMkLst>
            <pc:docMk/>
            <pc:sldMk cId="179554777" sldId="266"/>
            <ac:inkMk id="7" creationId="{34E0717E-1CCD-6080-82FE-5D90BD4A8A36}"/>
          </ac:inkMkLst>
        </pc:inkChg>
        <pc:inkChg chg="add">
          <ac:chgData name="joe mcgee" userId="18b4105e8c848f48" providerId="LiveId" clId="{F4CB7604-12E2-4C2C-A72E-4EEEDFE6408B}" dt="2025-11-24T09:13:44.547" v="19" actId="9405"/>
          <ac:inkMkLst>
            <pc:docMk/>
            <pc:sldMk cId="179554777" sldId="266"/>
            <ac:inkMk id="8" creationId="{A597F674-E407-7A9A-2237-8CB917489345}"/>
          </ac:inkMkLst>
        </pc:inkChg>
        <pc:inkChg chg="add">
          <ac:chgData name="joe mcgee" userId="18b4105e8c848f48" providerId="LiveId" clId="{F4CB7604-12E2-4C2C-A72E-4EEEDFE6408B}" dt="2025-11-24T09:13:47.045" v="20" actId="9405"/>
          <ac:inkMkLst>
            <pc:docMk/>
            <pc:sldMk cId="179554777" sldId="266"/>
            <ac:inkMk id="9" creationId="{A6F25EA0-C92F-CB69-CDB0-87011CC78A95}"/>
          </ac:inkMkLst>
        </pc:inkChg>
        <pc:inkChg chg="add">
          <ac:chgData name="joe mcgee" userId="18b4105e8c848f48" providerId="LiveId" clId="{F4CB7604-12E2-4C2C-A72E-4EEEDFE6408B}" dt="2025-11-24T09:13:48.106" v="21" actId="9405"/>
          <ac:inkMkLst>
            <pc:docMk/>
            <pc:sldMk cId="179554777" sldId="266"/>
            <ac:inkMk id="10" creationId="{2749B759-840E-7DB7-D8AC-2C2C00FA318F}"/>
          </ac:inkMkLst>
        </pc:inkChg>
        <pc:inkChg chg="add">
          <ac:chgData name="joe mcgee" userId="18b4105e8c848f48" providerId="LiveId" clId="{F4CB7604-12E2-4C2C-A72E-4EEEDFE6408B}" dt="2025-11-24T09:13:48.740" v="22" actId="9405"/>
          <ac:inkMkLst>
            <pc:docMk/>
            <pc:sldMk cId="179554777" sldId="266"/>
            <ac:inkMk id="11" creationId="{06D53976-0402-8BC6-B957-2C52DCAA23DF}"/>
          </ac:inkMkLst>
        </pc:inkChg>
        <pc:inkChg chg="add">
          <ac:chgData name="joe mcgee" userId="18b4105e8c848f48" providerId="LiveId" clId="{F4CB7604-12E2-4C2C-A72E-4EEEDFE6408B}" dt="2025-11-24T09:13:50.039" v="23" actId="9405"/>
          <ac:inkMkLst>
            <pc:docMk/>
            <pc:sldMk cId="179554777" sldId="266"/>
            <ac:inkMk id="12" creationId="{EC466BF2-64F0-113C-16BB-FCD024C11565}"/>
          </ac:inkMkLst>
        </pc:inkChg>
        <pc:inkChg chg="add">
          <ac:chgData name="joe mcgee" userId="18b4105e8c848f48" providerId="LiveId" clId="{F4CB7604-12E2-4C2C-A72E-4EEEDFE6408B}" dt="2025-11-24T09:13:52.226" v="24" actId="9405"/>
          <ac:inkMkLst>
            <pc:docMk/>
            <pc:sldMk cId="179554777" sldId="266"/>
            <ac:inkMk id="13" creationId="{795F2718-9F3A-306A-73BF-E28A15AFD543}"/>
          </ac:inkMkLst>
        </pc:inkChg>
      </pc:sldChg>
      <pc:sldChg chg="addSp delSp mod">
        <pc:chgData name="joe mcgee" userId="18b4105e8c848f48" providerId="LiveId" clId="{F4CB7604-12E2-4C2C-A72E-4EEEDFE6408B}" dt="2025-11-24T09:14:12.650" v="36" actId="9405"/>
        <pc:sldMkLst>
          <pc:docMk/>
          <pc:sldMk cId="180958315" sldId="267"/>
        </pc:sldMkLst>
        <pc:inkChg chg="add">
          <ac:chgData name="joe mcgee" userId="18b4105e8c848f48" providerId="LiveId" clId="{F4CB7604-12E2-4C2C-A72E-4EEEDFE6408B}" dt="2025-11-24T09:13:57.902" v="25" actId="9405"/>
          <ac:inkMkLst>
            <pc:docMk/>
            <pc:sldMk cId="180958315" sldId="267"/>
            <ac:inkMk id="2" creationId="{D316B7E1-AD95-941F-621C-0B8D6D416714}"/>
          </ac:inkMkLst>
        </pc:inkChg>
        <pc:inkChg chg="add del">
          <ac:chgData name="joe mcgee" userId="18b4105e8c848f48" providerId="LiveId" clId="{F4CB7604-12E2-4C2C-A72E-4EEEDFE6408B}" dt="2025-11-24T09:13:59.424" v="27"/>
          <ac:inkMkLst>
            <pc:docMk/>
            <pc:sldMk cId="180958315" sldId="267"/>
            <ac:inkMk id="4" creationId="{41607B38-5BC5-14DA-9E7D-39F564BFC9A8}"/>
          </ac:inkMkLst>
        </pc:inkChg>
        <pc:inkChg chg="add">
          <ac:chgData name="joe mcgee" userId="18b4105e8c848f48" providerId="LiveId" clId="{F4CB7604-12E2-4C2C-A72E-4EEEDFE6408B}" dt="2025-11-24T09:13:59.424" v="27"/>
          <ac:inkMkLst>
            <pc:docMk/>
            <pc:sldMk cId="180958315" sldId="267"/>
            <ac:inkMk id="5" creationId="{7E8CC76E-ED7D-4645-309A-A18A14971924}"/>
          </ac:inkMkLst>
        </pc:inkChg>
        <pc:inkChg chg="add">
          <ac:chgData name="joe mcgee" userId="18b4105e8c848f48" providerId="LiveId" clId="{F4CB7604-12E2-4C2C-A72E-4EEEDFE6408B}" dt="2025-11-24T09:14:01.136" v="28" actId="9405"/>
          <ac:inkMkLst>
            <pc:docMk/>
            <pc:sldMk cId="180958315" sldId="267"/>
            <ac:inkMk id="6" creationId="{EBF9A7E0-67B9-446F-D624-9BF0DBA6BAF0}"/>
          </ac:inkMkLst>
        </pc:inkChg>
        <pc:inkChg chg="add">
          <ac:chgData name="joe mcgee" userId="18b4105e8c848f48" providerId="LiveId" clId="{F4CB7604-12E2-4C2C-A72E-4EEEDFE6408B}" dt="2025-11-24T09:14:02.276" v="29" actId="9405"/>
          <ac:inkMkLst>
            <pc:docMk/>
            <pc:sldMk cId="180958315" sldId="267"/>
            <ac:inkMk id="7" creationId="{521147EE-6E08-87BF-EC89-FF81B6F2D9CD}"/>
          </ac:inkMkLst>
        </pc:inkChg>
        <pc:inkChg chg="add">
          <ac:chgData name="joe mcgee" userId="18b4105e8c848f48" providerId="LiveId" clId="{F4CB7604-12E2-4C2C-A72E-4EEEDFE6408B}" dt="2025-11-24T09:14:03.546" v="30" actId="9405"/>
          <ac:inkMkLst>
            <pc:docMk/>
            <pc:sldMk cId="180958315" sldId="267"/>
            <ac:inkMk id="8" creationId="{6D8AAA73-06D6-A57C-07B5-1FF07038CE1A}"/>
          </ac:inkMkLst>
        </pc:inkChg>
        <pc:inkChg chg="add">
          <ac:chgData name="joe mcgee" userId="18b4105e8c848f48" providerId="LiveId" clId="{F4CB7604-12E2-4C2C-A72E-4EEEDFE6408B}" dt="2025-11-24T09:14:04.496" v="31" actId="9405"/>
          <ac:inkMkLst>
            <pc:docMk/>
            <pc:sldMk cId="180958315" sldId="267"/>
            <ac:inkMk id="9" creationId="{6404AE8B-0D51-CF8D-76F2-4A16CF4BEF06}"/>
          </ac:inkMkLst>
        </pc:inkChg>
        <pc:inkChg chg="add">
          <ac:chgData name="joe mcgee" userId="18b4105e8c848f48" providerId="LiveId" clId="{F4CB7604-12E2-4C2C-A72E-4EEEDFE6408B}" dt="2025-11-24T09:14:06.720" v="32" actId="9405"/>
          <ac:inkMkLst>
            <pc:docMk/>
            <pc:sldMk cId="180958315" sldId="267"/>
            <ac:inkMk id="10" creationId="{3C8F19FC-9C41-D9C7-7970-17B813509F1A}"/>
          </ac:inkMkLst>
        </pc:inkChg>
        <pc:inkChg chg="add">
          <ac:chgData name="joe mcgee" userId="18b4105e8c848f48" providerId="LiveId" clId="{F4CB7604-12E2-4C2C-A72E-4EEEDFE6408B}" dt="2025-11-24T09:14:07.604" v="33" actId="9405"/>
          <ac:inkMkLst>
            <pc:docMk/>
            <pc:sldMk cId="180958315" sldId="267"/>
            <ac:inkMk id="11" creationId="{1C73C2F8-9678-4641-A873-D7592C50CAD5}"/>
          </ac:inkMkLst>
        </pc:inkChg>
        <pc:inkChg chg="add">
          <ac:chgData name="joe mcgee" userId="18b4105e8c848f48" providerId="LiveId" clId="{F4CB7604-12E2-4C2C-A72E-4EEEDFE6408B}" dt="2025-11-24T09:14:08.303" v="34" actId="9405"/>
          <ac:inkMkLst>
            <pc:docMk/>
            <pc:sldMk cId="180958315" sldId="267"/>
            <ac:inkMk id="12" creationId="{1B8CE9CF-9F4D-9B5B-77A8-64B17A0B30B5}"/>
          </ac:inkMkLst>
        </pc:inkChg>
        <pc:inkChg chg="add">
          <ac:chgData name="joe mcgee" userId="18b4105e8c848f48" providerId="LiveId" clId="{F4CB7604-12E2-4C2C-A72E-4EEEDFE6408B}" dt="2025-11-24T09:14:10.751" v="35" actId="9405"/>
          <ac:inkMkLst>
            <pc:docMk/>
            <pc:sldMk cId="180958315" sldId="267"/>
            <ac:inkMk id="13" creationId="{05D0C8AE-1CAA-069D-88F2-1C0F5AE9E083}"/>
          </ac:inkMkLst>
        </pc:inkChg>
        <pc:inkChg chg="add">
          <ac:chgData name="joe mcgee" userId="18b4105e8c848f48" providerId="LiveId" clId="{F4CB7604-12E2-4C2C-A72E-4EEEDFE6408B}" dt="2025-11-24T09:14:12.650" v="36" actId="9405"/>
          <ac:inkMkLst>
            <pc:docMk/>
            <pc:sldMk cId="180958315" sldId="267"/>
            <ac:inkMk id="14" creationId="{5EE97201-4EFB-05A6-CDCA-E174375E30EA}"/>
          </ac:inkMkLst>
        </pc:inkChg>
      </pc:sldChg>
      <pc:sldChg chg="addSp mod">
        <pc:chgData name="joe mcgee" userId="18b4105e8c848f48" providerId="LiveId" clId="{F4CB7604-12E2-4C2C-A72E-4EEEDFE6408B}" dt="2025-11-24T09:14:31.942" v="46" actId="9405"/>
        <pc:sldMkLst>
          <pc:docMk/>
          <pc:sldMk cId="1443590482" sldId="268"/>
        </pc:sldMkLst>
        <pc:inkChg chg="add">
          <ac:chgData name="joe mcgee" userId="18b4105e8c848f48" providerId="LiveId" clId="{F4CB7604-12E2-4C2C-A72E-4EEEDFE6408B}" dt="2025-11-24T09:14:17.859" v="37" actId="9405"/>
          <ac:inkMkLst>
            <pc:docMk/>
            <pc:sldMk cId="1443590482" sldId="268"/>
            <ac:inkMk id="2" creationId="{3DDF70C6-DEBC-96DF-06EE-F72C63E25BD6}"/>
          </ac:inkMkLst>
        </pc:inkChg>
        <pc:inkChg chg="add">
          <ac:chgData name="joe mcgee" userId="18b4105e8c848f48" providerId="LiveId" clId="{F4CB7604-12E2-4C2C-A72E-4EEEDFE6408B}" dt="2025-11-24T09:14:18.764" v="38" actId="9405"/>
          <ac:inkMkLst>
            <pc:docMk/>
            <pc:sldMk cId="1443590482" sldId="268"/>
            <ac:inkMk id="4" creationId="{A201ECB2-958B-5CD9-2E3C-CCC89629F60A}"/>
          </ac:inkMkLst>
        </pc:inkChg>
        <pc:inkChg chg="add">
          <ac:chgData name="joe mcgee" userId="18b4105e8c848f48" providerId="LiveId" clId="{F4CB7604-12E2-4C2C-A72E-4EEEDFE6408B}" dt="2025-11-24T09:14:20.228" v="39" actId="9405"/>
          <ac:inkMkLst>
            <pc:docMk/>
            <pc:sldMk cId="1443590482" sldId="268"/>
            <ac:inkMk id="5" creationId="{F0F5E1F3-64B7-33CB-F830-2FEE62E7B5C4}"/>
          </ac:inkMkLst>
        </pc:inkChg>
        <pc:inkChg chg="add">
          <ac:chgData name="joe mcgee" userId="18b4105e8c848f48" providerId="LiveId" clId="{F4CB7604-12E2-4C2C-A72E-4EEEDFE6408B}" dt="2025-11-24T09:14:22.536" v="40" actId="9405"/>
          <ac:inkMkLst>
            <pc:docMk/>
            <pc:sldMk cId="1443590482" sldId="268"/>
            <ac:inkMk id="6" creationId="{D53DD4AA-CF63-4DCA-2377-E8208A93620A}"/>
          </ac:inkMkLst>
        </pc:inkChg>
        <pc:inkChg chg="add">
          <ac:chgData name="joe mcgee" userId="18b4105e8c848f48" providerId="LiveId" clId="{F4CB7604-12E2-4C2C-A72E-4EEEDFE6408B}" dt="2025-11-24T09:14:23.314" v="41" actId="9405"/>
          <ac:inkMkLst>
            <pc:docMk/>
            <pc:sldMk cId="1443590482" sldId="268"/>
            <ac:inkMk id="7" creationId="{0287FA13-A870-53AF-F5F4-A34F53D4A6EA}"/>
          </ac:inkMkLst>
        </pc:inkChg>
        <pc:inkChg chg="add">
          <ac:chgData name="joe mcgee" userId="18b4105e8c848f48" providerId="LiveId" clId="{F4CB7604-12E2-4C2C-A72E-4EEEDFE6408B}" dt="2025-11-24T09:14:28.102" v="42" actId="9405"/>
          <ac:inkMkLst>
            <pc:docMk/>
            <pc:sldMk cId="1443590482" sldId="268"/>
            <ac:inkMk id="8" creationId="{D2C8D4AE-A1B4-0175-3FFB-68B083ABC6F4}"/>
          </ac:inkMkLst>
        </pc:inkChg>
        <pc:inkChg chg="add">
          <ac:chgData name="joe mcgee" userId="18b4105e8c848f48" providerId="LiveId" clId="{F4CB7604-12E2-4C2C-A72E-4EEEDFE6408B}" dt="2025-11-24T09:14:29.512" v="43" actId="9405"/>
          <ac:inkMkLst>
            <pc:docMk/>
            <pc:sldMk cId="1443590482" sldId="268"/>
            <ac:inkMk id="9" creationId="{6EDA9593-70CA-ED87-B6F9-9C7CA7A78CBC}"/>
          </ac:inkMkLst>
        </pc:inkChg>
        <pc:inkChg chg="add">
          <ac:chgData name="joe mcgee" userId="18b4105e8c848f48" providerId="LiveId" clId="{F4CB7604-12E2-4C2C-A72E-4EEEDFE6408B}" dt="2025-11-24T09:14:30.041" v="44" actId="9405"/>
          <ac:inkMkLst>
            <pc:docMk/>
            <pc:sldMk cId="1443590482" sldId="268"/>
            <ac:inkMk id="10" creationId="{7A815A2C-7FA4-DCE3-DB74-97EABAC25E43}"/>
          </ac:inkMkLst>
        </pc:inkChg>
        <pc:inkChg chg="add">
          <ac:chgData name="joe mcgee" userId="18b4105e8c848f48" providerId="LiveId" clId="{F4CB7604-12E2-4C2C-A72E-4EEEDFE6408B}" dt="2025-11-24T09:14:30.660" v="45" actId="9405"/>
          <ac:inkMkLst>
            <pc:docMk/>
            <pc:sldMk cId="1443590482" sldId="268"/>
            <ac:inkMk id="11" creationId="{C25AECCA-03EB-0923-BFE2-9FB32E3BE9BC}"/>
          </ac:inkMkLst>
        </pc:inkChg>
        <pc:inkChg chg="add">
          <ac:chgData name="joe mcgee" userId="18b4105e8c848f48" providerId="LiveId" clId="{F4CB7604-12E2-4C2C-A72E-4EEEDFE6408B}" dt="2025-11-24T09:14:31.942" v="46" actId="9405"/>
          <ac:inkMkLst>
            <pc:docMk/>
            <pc:sldMk cId="1443590482" sldId="268"/>
            <ac:inkMk id="12" creationId="{C0837840-7A1E-5276-BBA9-52F8A3D59CEA}"/>
          </ac:inkMkLst>
        </pc:inkChg>
      </pc:sldChg>
      <pc:sldChg chg="addSp mod">
        <pc:chgData name="joe mcgee" userId="18b4105e8c848f48" providerId="LiveId" clId="{F4CB7604-12E2-4C2C-A72E-4EEEDFE6408B}" dt="2025-11-24T09:15:10.675" v="65" actId="9405"/>
        <pc:sldMkLst>
          <pc:docMk/>
          <pc:sldMk cId="3014410411" sldId="269"/>
        </pc:sldMkLst>
        <pc:inkChg chg="add">
          <ac:chgData name="joe mcgee" userId="18b4105e8c848f48" providerId="LiveId" clId="{F4CB7604-12E2-4C2C-A72E-4EEEDFE6408B}" dt="2025-11-24T09:14:57.876" v="56" actId="9405"/>
          <ac:inkMkLst>
            <pc:docMk/>
            <pc:sldMk cId="3014410411" sldId="269"/>
            <ac:inkMk id="2" creationId="{D8469A7B-992A-4A58-5BCD-F4D9634A7544}"/>
          </ac:inkMkLst>
        </pc:inkChg>
        <pc:inkChg chg="add">
          <ac:chgData name="joe mcgee" userId="18b4105e8c848f48" providerId="LiveId" clId="{F4CB7604-12E2-4C2C-A72E-4EEEDFE6408B}" dt="2025-11-24T09:14:58.684" v="57" actId="9405"/>
          <ac:inkMkLst>
            <pc:docMk/>
            <pc:sldMk cId="3014410411" sldId="269"/>
            <ac:inkMk id="4" creationId="{1EB758A7-F413-64F4-F651-854DA246A025}"/>
          </ac:inkMkLst>
        </pc:inkChg>
        <pc:inkChg chg="add">
          <ac:chgData name="joe mcgee" userId="18b4105e8c848f48" providerId="LiveId" clId="{F4CB7604-12E2-4C2C-A72E-4EEEDFE6408B}" dt="2025-11-24T09:14:59.857" v="58" actId="9405"/>
          <ac:inkMkLst>
            <pc:docMk/>
            <pc:sldMk cId="3014410411" sldId="269"/>
            <ac:inkMk id="5" creationId="{0DAE33DD-BB6D-9FCC-0499-286A3F0B5174}"/>
          </ac:inkMkLst>
        </pc:inkChg>
        <pc:inkChg chg="add">
          <ac:chgData name="joe mcgee" userId="18b4105e8c848f48" providerId="LiveId" clId="{F4CB7604-12E2-4C2C-A72E-4EEEDFE6408B}" dt="2025-11-24T09:15:01.946" v="59" actId="9405"/>
          <ac:inkMkLst>
            <pc:docMk/>
            <pc:sldMk cId="3014410411" sldId="269"/>
            <ac:inkMk id="6" creationId="{26A6359E-D18E-1EAE-C361-FF5FEFA56536}"/>
          </ac:inkMkLst>
        </pc:inkChg>
        <pc:inkChg chg="add">
          <ac:chgData name="joe mcgee" userId="18b4105e8c848f48" providerId="LiveId" clId="{F4CB7604-12E2-4C2C-A72E-4EEEDFE6408B}" dt="2025-11-24T09:15:04.312" v="60" actId="9405"/>
          <ac:inkMkLst>
            <pc:docMk/>
            <pc:sldMk cId="3014410411" sldId="269"/>
            <ac:inkMk id="7" creationId="{82180F4C-ED2B-47ED-4D8D-6F189069D5A0}"/>
          </ac:inkMkLst>
        </pc:inkChg>
        <pc:inkChg chg="add">
          <ac:chgData name="joe mcgee" userId="18b4105e8c848f48" providerId="LiveId" clId="{F4CB7604-12E2-4C2C-A72E-4EEEDFE6408B}" dt="2025-11-24T09:15:05.578" v="61" actId="9405"/>
          <ac:inkMkLst>
            <pc:docMk/>
            <pc:sldMk cId="3014410411" sldId="269"/>
            <ac:inkMk id="8" creationId="{319E2573-A7C0-F2A3-B035-1C7FB2D060EE}"/>
          </ac:inkMkLst>
        </pc:inkChg>
        <pc:inkChg chg="add">
          <ac:chgData name="joe mcgee" userId="18b4105e8c848f48" providerId="LiveId" clId="{F4CB7604-12E2-4C2C-A72E-4EEEDFE6408B}" dt="2025-11-24T09:15:06.372" v="62" actId="9405"/>
          <ac:inkMkLst>
            <pc:docMk/>
            <pc:sldMk cId="3014410411" sldId="269"/>
            <ac:inkMk id="9" creationId="{1BD95970-5CF8-8426-DBE3-392EF107F76F}"/>
          </ac:inkMkLst>
        </pc:inkChg>
        <pc:inkChg chg="add">
          <ac:chgData name="joe mcgee" userId="18b4105e8c848f48" providerId="LiveId" clId="{F4CB7604-12E2-4C2C-A72E-4EEEDFE6408B}" dt="2025-11-24T09:15:07.703" v="63" actId="9405"/>
          <ac:inkMkLst>
            <pc:docMk/>
            <pc:sldMk cId="3014410411" sldId="269"/>
            <ac:inkMk id="10" creationId="{D4BE9DD1-1677-3274-970E-C81439F79DB0}"/>
          </ac:inkMkLst>
        </pc:inkChg>
        <pc:inkChg chg="add">
          <ac:chgData name="joe mcgee" userId="18b4105e8c848f48" providerId="LiveId" clId="{F4CB7604-12E2-4C2C-A72E-4EEEDFE6408B}" dt="2025-11-24T09:15:09.654" v="64" actId="9405"/>
          <ac:inkMkLst>
            <pc:docMk/>
            <pc:sldMk cId="3014410411" sldId="269"/>
            <ac:inkMk id="11" creationId="{7F928038-EEBE-D9D3-1610-BCF3AEB99489}"/>
          </ac:inkMkLst>
        </pc:inkChg>
        <pc:inkChg chg="add">
          <ac:chgData name="joe mcgee" userId="18b4105e8c848f48" providerId="LiveId" clId="{F4CB7604-12E2-4C2C-A72E-4EEEDFE6408B}" dt="2025-11-24T09:15:10.675" v="65" actId="9405"/>
          <ac:inkMkLst>
            <pc:docMk/>
            <pc:sldMk cId="3014410411" sldId="269"/>
            <ac:inkMk id="12" creationId="{84D3EC0E-B650-03D4-F109-521262B7DF9E}"/>
          </ac:inkMkLst>
        </pc:inkChg>
      </pc:sldChg>
      <pc:sldChg chg="addSp mod">
        <pc:chgData name="joe mcgee" userId="18b4105e8c848f48" providerId="LiveId" clId="{F4CB7604-12E2-4C2C-A72E-4EEEDFE6408B}" dt="2025-11-24T09:14:46.939" v="52" actId="9405"/>
        <pc:sldMkLst>
          <pc:docMk/>
          <pc:sldMk cId="3301210630" sldId="273"/>
        </pc:sldMkLst>
        <pc:inkChg chg="add">
          <ac:chgData name="joe mcgee" userId="18b4105e8c848f48" providerId="LiveId" clId="{F4CB7604-12E2-4C2C-A72E-4EEEDFE6408B}" dt="2025-11-24T09:14:39.639" v="47" actId="9405"/>
          <ac:inkMkLst>
            <pc:docMk/>
            <pc:sldMk cId="3301210630" sldId="273"/>
            <ac:inkMk id="2" creationId="{598CDF7C-A3A7-21A0-E47B-F2DE3749FF6A}"/>
          </ac:inkMkLst>
        </pc:inkChg>
        <pc:inkChg chg="add">
          <ac:chgData name="joe mcgee" userId="18b4105e8c848f48" providerId="LiveId" clId="{F4CB7604-12E2-4C2C-A72E-4EEEDFE6408B}" dt="2025-11-24T09:14:41.001" v="48" actId="9405"/>
          <ac:inkMkLst>
            <pc:docMk/>
            <pc:sldMk cId="3301210630" sldId="273"/>
            <ac:inkMk id="3" creationId="{53B4C34F-1314-0013-BCD5-03666F90C9FF}"/>
          </ac:inkMkLst>
        </pc:inkChg>
        <pc:inkChg chg="add">
          <ac:chgData name="joe mcgee" userId="18b4105e8c848f48" providerId="LiveId" clId="{F4CB7604-12E2-4C2C-A72E-4EEEDFE6408B}" dt="2025-11-24T09:14:42.688" v="49" actId="9405"/>
          <ac:inkMkLst>
            <pc:docMk/>
            <pc:sldMk cId="3301210630" sldId="273"/>
            <ac:inkMk id="4" creationId="{38817514-FC5D-BFC8-EE8B-CB795AD56BFD}"/>
          </ac:inkMkLst>
        </pc:inkChg>
        <pc:inkChg chg="add">
          <ac:chgData name="joe mcgee" userId="18b4105e8c848f48" providerId="LiveId" clId="{F4CB7604-12E2-4C2C-A72E-4EEEDFE6408B}" dt="2025-11-24T09:14:43.910" v="50" actId="9405"/>
          <ac:inkMkLst>
            <pc:docMk/>
            <pc:sldMk cId="3301210630" sldId="273"/>
            <ac:inkMk id="6" creationId="{DB0BBADC-2799-A687-39C7-E5AAFDE85FD0}"/>
          </ac:inkMkLst>
        </pc:inkChg>
        <pc:inkChg chg="add">
          <ac:chgData name="joe mcgee" userId="18b4105e8c848f48" providerId="LiveId" clId="{F4CB7604-12E2-4C2C-A72E-4EEEDFE6408B}" dt="2025-11-24T09:14:45.495" v="51" actId="9405"/>
          <ac:inkMkLst>
            <pc:docMk/>
            <pc:sldMk cId="3301210630" sldId="273"/>
            <ac:inkMk id="7" creationId="{5F5D56AF-B5AD-5048-4193-55FEBD6140EF}"/>
          </ac:inkMkLst>
        </pc:inkChg>
        <pc:inkChg chg="add">
          <ac:chgData name="joe mcgee" userId="18b4105e8c848f48" providerId="LiveId" clId="{F4CB7604-12E2-4C2C-A72E-4EEEDFE6408B}" dt="2025-11-24T09:14:46.939" v="52" actId="9405"/>
          <ac:inkMkLst>
            <pc:docMk/>
            <pc:sldMk cId="3301210630" sldId="273"/>
            <ac:inkMk id="8" creationId="{4816C9CB-DF43-B00D-E89D-5AF63C826887}"/>
          </ac:inkMkLst>
        </pc:inkChg>
      </pc:sldChg>
      <pc:sldChg chg="addSp mod">
        <pc:chgData name="joe mcgee" userId="18b4105e8c848f48" providerId="LiveId" clId="{F4CB7604-12E2-4C2C-A72E-4EEEDFE6408B}" dt="2025-11-24T09:14:53.566" v="55" actId="9405"/>
        <pc:sldMkLst>
          <pc:docMk/>
          <pc:sldMk cId="185104507" sldId="278"/>
        </pc:sldMkLst>
        <pc:inkChg chg="add">
          <ac:chgData name="joe mcgee" userId="18b4105e8c848f48" providerId="LiveId" clId="{F4CB7604-12E2-4C2C-A72E-4EEEDFE6408B}" dt="2025-11-24T09:14:50.799" v="53" actId="9405"/>
          <ac:inkMkLst>
            <pc:docMk/>
            <pc:sldMk cId="185104507" sldId="278"/>
            <ac:inkMk id="2" creationId="{43C3D9C2-65BB-8C83-A6B0-87A463A3B3B4}"/>
          </ac:inkMkLst>
        </pc:inkChg>
        <pc:inkChg chg="add">
          <ac:chgData name="joe mcgee" userId="18b4105e8c848f48" providerId="LiveId" clId="{F4CB7604-12E2-4C2C-A72E-4EEEDFE6408B}" dt="2025-11-24T09:14:52.519" v="54" actId="9405"/>
          <ac:inkMkLst>
            <pc:docMk/>
            <pc:sldMk cId="185104507" sldId="278"/>
            <ac:inkMk id="4" creationId="{A6CFB265-2E34-906A-9CCF-AF312FA3C818}"/>
          </ac:inkMkLst>
        </pc:inkChg>
        <pc:inkChg chg="add">
          <ac:chgData name="joe mcgee" userId="18b4105e8c848f48" providerId="LiveId" clId="{F4CB7604-12E2-4C2C-A72E-4EEEDFE6408B}" dt="2025-11-24T09:14:53.566" v="55" actId="9405"/>
          <ac:inkMkLst>
            <pc:docMk/>
            <pc:sldMk cId="185104507" sldId="278"/>
            <ac:inkMk id="5" creationId="{5E0DE68A-11F3-A38E-113F-E261FF9BDC7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48.28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0,'0'0,"0"0,0 0,9 0,-8 0,7 0,-6 0,5 11,-5-8,103 5,-73-5,150 26,-112-19,47 1,-51-3,-43 6,12-6,46 5,-11-2,-6-1,-5 1,-2 0,8-5,-14-1,24 8,-25-5,21 5,-27-5,31-1,-34-3,23 4,-38-5,42-3,-47 0,51 0,-55 0,59 0,-63 0,67 0,-71 0,60-9,-57 7,76-17,-78 17,86-37,-85 35,92-44,-90 42,116-52,-116 52,-13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1.47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0 193,'0'0,"0"10,0-9,0-1,0 0,18 0,-16 0,5 11,-6-9,25-4,-21 2,123 32,-96-24,186 5,-143-6,100 8,-97-9,76-12,-86 6,87 0,-54-5,21-1,-38 1,19-1,-2 1,3 0,6 5,-15 0,15 0,-33 0,61 0,-53 0,51 6,-58-2,83-4,-90 0,128 16,-130-10,130-6,-140 0,145 17,-158-13,197 5,-192-7,216-2,-230 0,206 9,-210-7,215-2,-211 0,219 0,-226 0,201 0,-195 0,209 0,-213 0,210 0,-208 0,197 0,-194 0,205 0,-208 0,204 0,-208 0,240-10,-237 9,227 1,-226 0,222-9,-209 7,180 2,-195 0,198-19,-201 17,201-8,-202 9,187-8,-180 7,180-7,-189 8,181-9,-182 9,165-9,-166 9,184 1,-176 0,171 0,-174 0,185 0,-187 0,160 0,-160 0,165 0,-170 0,145 9,-138-7,127 7,-133-7,134-2,-136 0,143 9,-141-8,152-1,-153 0,161 0,-152 0,132 10,-139-9,148 8,-148-7,142-2,-145 0,154 0,-153 0,161 9,-161-8,139 18,-135-16,115 6,-122-7,139 7,-137-8,155 19,-156-18,191 16,-181-15,187-3,-185 0,205 10,-206-9,175-1,-180 0,160 0,-158 0,159 0,-160 0,150 0,-149 0,144 0,-148 0,143 0,-146 0,128 0,-129 0,122 0,-124 0,126 0,-127 0,116-10,-114 9,69 1,-78 0,54 0,-57 0,57 0,-57 0,65 0,-63 0,54 10,-55-9,48-1,-50 0,58 9,-56-7,47 7,-48-8,65-1,-64 0,55 0,-54 0,62 0,-62 0,66 0,-61 0,72 0,-74 0,76 0,-78 0,102-9,-99 8,104-9,-100 9,117-9,-116 9,117-18,-119 17,134-17,-130 16,146-6,-145 8,147-19,-149 18,148-17,-146 17,154-8,-154 9,154-9,-154 9,160-8,-157 8,168 1,-170 0,161-10,-161 9,184 1,-180 0,177 9,-174-7,190-2,-188 0,182 0,-186 0,222 0,-221 0,254 0,-243 0,191 0,-202 0,225 0,-220 0,215 0,-220 0,233 0,-227 0,228 0,-230 0,262 0,-258 0,233-10,-235 9,250-9,-247 9,226 1,-232 0,258-9,-257 7,252 2,-247 0,255 0,-254 0,221 0,-223 0,220 0,-227 0,203-9,-205 8,197 1,-199 0,182 0,-182 0,183 0,-184 0,165-10,-164 9,143 1,-149 0,164-9,-160 7,161 2,-163 0,155-9,-156 8,147 1,-147 0,124-10,-127 9,127-9,-128 9,89-8,-94 8,93-9,-92 9,92-9,-92 9,91 1,-90 0,81-19,-81 17,35 2,-43 0,51-10,-49 9,17 1,-21 0,21-10,-22 9,22-8,-21 8,21-9,-21 9,21-18,-21 16,21-35,-22 34,-2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2.16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0 247,'0'0,"0"0,9 0,23 0,-19 0,46 8,-38-5,104-3,-89 0,152 8,-144-6,99-2,-1 0,178-9,-283 8,325-9,-323 9,336-28,-331 26,335-7,-330 9,334-18,-329 17,351-17,-355 16,359-6,-363 7,390-17,-391 17,366-8,-367 9,379-18,-373 17,419-17,-412 17,400-8,-406 9,423-28,-422 26,428-17,-424 18,397-7,-398 8,345 1,-345 0,316 0,-323 0,280 0,-291 0,276 9,-278-8,256 9,-252-9,250 18,-257-17,221 8,-220-9,237-10,-228 7,264-27,-273 26,-33 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4.539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1 525,'0'11,"0"-1,0-9,9-2,-8 1,6 11,-5-8,14-6,-10 3,104 22,-76-16,146 9,-108-8,70-3,-57-18,26-4,-11 3,14-3,-1 2,-3 0,-4 11,-15 0,42-14,-35 5,41 8,-55 2,61-3,-67 3,64-3,-70 3,96 12,-104-5,129-3,-136 0,135 9,-152-7,162 7,-172-8,196 28,-194-25,177 25,-186-26,177 16,-177-17,192 17,-189-16,184 24,-170-22,181 14,-193-17,225 27,-220-26,209 16,-208-16,218 16,-218-17,244 8,-244-9,234 8,-233-8,219 8,-205-7,220-2,-235 0,213 0,-217 0,227 0,-220 0,231 0,-233 0,224 0,-223 0,203 0,-211 0,212-9,-203 7,171-7,-176 8,167-18,-175 16,199-25,-196 24,159-14,-158 15,159-16,-160 16,107-15,-107 15,94 3,-100 0,102-18,-103 15,76 12,-85-8,92 9,-90-9,75-1,-78 0,61 10,-62-9,64 18,-66-17,74 8,-72-9,63 8,-64-7,68 7,-63-8,74-1,-76 0,67 19,-67-16,21-3,-28 0,58 0,-53 0,55 0,-56 0,71-10,-69 9,93-9,-90 9,104 1,-100 0,118 0,-119 0,132-9,-126 8,119 1,-122 0,141-20,-141 18,148 2,-147 0,171-9,-168 7,196-7,-188 8,199 1,-193 0,298-19,-295 16,234-25,-236 24,241-5,-246 7,334-36,-324 34,329-24,-316 23,310-23,-322 24,301-15,-306 17,282-17,-277 17,299-18,-302 18,284-7,-284 7,284-7,-285 8,267-18,-266 16,295-16,-289 17,285-27,-289 26,305-16,-304 16,310-16,-306 17,336-17,-340 16,334 3,-328 0,316 0,-322 0,347 20,-345-18,360 7,-357-7,342 7,-345-8,328 9,-320-9,336-1,-343 0,314 0,-321 0,305 0,-306 0,294-10,-292 9,291-18,-289 17,251-27,-258 26,250-35,-251 33,236-24,-239 26,230-26,-230 26,181-35,-185 33,156-14,-163 16,141-26,-146 26,-16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6.295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1521,'9'0,"-1"10,-7-9,22-1,-20 0,121 18,-105-15,237 16,-226-16,110-9,-4 1,105-34,-215 35,217-54,-218 52,232-91,-229 87,218-66,-215 66,233-57,-234 59,241-59,-239 59,248-39,-239 41,241-62,-251 61,265-22,-263 25,267-43,-261 41,272-23,-274 26,296-16,-291 16,265-16,-266 17,290 2,-297 0,295 0,-292 0,287 19,-283-17,281 8,-287-9,294 18,-292-17,271-2,-268 0,255 0,-260 0,274-9,-271 8,256-8,-249 7,228-7,-234 7,228-16,-222 15,230-25,-237 24,279-34,-278 33,236-33,-238 33,236-32,-233 31,238-22,-235 24,215-24,-222 24,202-24,-200 24,202-5,-203 7,189-17,-194 17,190 2,-194 0,157-19,-156 16,169-6,-164 8,168-18,-172 16,149-15,-153 15,137-16,-139 16,132-25,-133 24,125-43,-127 41,143-41,-141 40,113-88,-120 83,112-84,-113 85,8-65,-20 66,-3 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7.15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1767,'0'0,"0"0,9 0,-8 0,7 0,-7 0,16-11,-14 10,20 2,-16-1,183-10,-136 7,239-5,-185 5,88-5,-95 5,101-4,-101 3,92-25,-48 14,13-2,-24 2,18-2,21 1,-7 0,8-8,-36 5,64 0,-65 6,74-7,-83 8,100 5,-100 3,119-10,-137 7,164-1,-182 5,211-5,-223 5,235 3,-246 0,276 0,-289 0,286 0,-301 0,333-9,-329 8,335-9,-332 9,328-18,-323 17,313-8,-322 9,313-28,-313 26,324-35,-317 33,303-14,-306 17,267-27,-274 25,282-24,-280 24,288-34,-288 33,275-23,-279 24,289-24,-281 24,285-24,-290 24,261-15,-267 17,259-17,-260 16,268-35,-267 33,219-23,-225 24,229-33,-223 31,233-51,-235 50,227-59,-228 57,253-67,-251 67,230-88,-236 86,259-104,-255 102,250-110,-244 107,293-127,-290 125,254-116,-262 118,-34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2:59.67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0 943,'9'-11,"-5"6,10-1,4-4,-14 7,108-16,-84 14,184-22,-136 17,98 20,-100-10,93 0,-76 0,50 32,-42-26,7-1,4 0,12 1,15-1,-7 0,25-5,-33 0,40-6,-48 2,83-3,-73 3,118-3,-127 3,144-11,-161 9,168-19,-185 18,228-19,-234 20,266-12,-272 14,308-15,-326 17,310-8,-312 9,315 1,-309 0,322 10,-325-9,267 18,-273-17,242 17,-255-16,252 25,-249-24,231 15,-231-17,230 8,-228-9,224 8,-230-7,215-2,-218 0,205 0,-200 0,272-19,-264 16,224-34,-229 31,255-41,-254 41,243-41,-241 40,206-40,-216 41,252-52,-251 51,232-48,-223 46,215-29,-225 33,230-14,-226 17,230-27,-233 26,233-7,-234 9,225 1,-225 0,233 10,-231-9,212 8,-212-7,220 26,-219-24,225 14,-221-15,213 6,-215-7,231-2,-220 0,250-19,-253 16,306-54,-305 50,325-163,-319 147,291-177,-299 175,-42 25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01.89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134 643,'-9'-10,"2"10,6 0,-7-10,7 9,-15 1,14 0,-6 0,7 0,-7-10,7 9,-15-9,14 9,-6 1,7 0,-7 0,7 0,-7-9,7 8,-3-5,-1 12,-2-16,6 9,-7-9,7 9,1 1,0 0,0 0,9 0,7 0,-15 0,119-9,-106 8,180-9,-165 9,122 1,-132 0,-11 0,-8 0,14 0,-1 0,42 0,-47 0,85-10,-79 9,104 1,-103 0,129 10,-127-9,117 8,-116-7,118 7,-121-8,113 28,-113-26,81 17,-85-18,75 17,-74-17,69 8,-73-9,64 18,-64-17,62 8,-59-9,59 8,-60-7,68 7,-67-8,58 18,-58-16,59 6,-59-7,52 7,-55-8,55 18,-55-16,64 25,-63-24,62 5,-62-7,62 16,-62-15,53 16,-53-17,54 8,-54-9,62 9,-62-9,61 8,-60-7,60-2,-59 0,41 9,-42-8,52 9,-53-9,61-1,-59 0,50 0,-51 0,53 0,-55 0,63 0,-61 0,62 0,-64 0,71 0,-69 0,77 0,-76 0,69 0,-71 0,86 0,-83 0,81-9,-79 7,79-7,-79 8,79 1,-79 0,71-19,-72 16,73-6,-73 7,80-7,-79 8,56-9,-60 9,56-17,-52 15,40-7,-46 9,55 1,-54 0,60-9,-58 7,74-7,-72 7,80 2,-79 0,84-9,-80 8,83-9,-86 9,113 1,-113 0,104-10,-105 9,103-8,-100 8,126-9,-125 9,131-18,-129 16,137-6,-135 8,145 1,-147 0,147-10,-147 9,162-8,-159 7,158-7,-157 8,161-9,-156 9,165-8,-165 7,151-7,-155 8,168-9,-172 9,175-18,-169 16,162-6,-164 8,172-9,-171 9,182-9,-184 9,181 1,-178 0,178-19,-178 17,187-8,-187 9,203-8,-202 7,200-7,-197 8,189-8,-181 7,199-8,-209 9,210-18,-210 17,196-7,-192 7,203-17,-204 17,175-17,-182 16,183-6,-184 8,199-19,-197 18,183-17,-186 17,186-37,-186 35,191-44,-187 42,204-51,-204 50,236-67,-222 62,260-92,-263 91,-38 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10.12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0 150,'0'0,"0"0,0 0,0 11,0-8,9-6,-6 3,3 21,-3-21,3 0,2 10,2 2,42 29,3 3,33 1,-7-4,7-18,-15-3,28-20,-33 0,22-10,7-1,42-26,-72 20,68-22,-83 24,102-17,-103 22,129-16,-137 19,130-11,-141 15,157-16,-164 17,151-8,-156 9,145 1,-143 0,153 0,-153 0,143 0,-143 0,130 10,-135-9,142-1,-139 0,141-10,-144 9,142-47,-140 42,148-89,-146 83,-21 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10.619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0,'9'11,"0"-11,-7 0,-4 11,2-9,107 60,-83-48,175 79,-135-62,86 34,-80-33,110 22,-102-27,111 21,-95-22,62 34,-51-39,58 11,-31-6,12 2,6-1,-6-1,30-14,-35-2,45-4,-56-1,69-5,-73 0,82-14,-91 6,116-29,-132 21,179-50,-191 46,179-66,-202 65,194-61,-212 67,197-69,-210 72,-33 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11.679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0,'0'0,"0"0,8 0,0 0,-7 0,15 0,-14 0,14 0,-14 0,139 29,-121-25,270 33,-250-32,114 12,-5-1,89 3,-209-17,237-11,-229 7,252-7,-256 8,215 1,-220 0,207-10,-202 9,236 1,-235 0,236-10,-237 9,226 1,-224 0,258 0,-256 0,269-10,-273 9,239 1,-241 0,246 0,-242 0,238 0,-242 0,254 0,-249 0,232 0,-233 0,229 0,-225 0,216 10,-225-9,202 9,-205-9,201-1,-197 0,183 0,-179 0,179 9,-187-7,171 7,-173-8,196 9,-192-9,173 18,-172-17,172 17,-172-16,221 16,-217-17,208 36,-208-33,208 32,-207-31,167 22,-172-24,191 15,-193-17,172 18,-177-18,170 7,-163-7,169 16,-166-15,188-3,-192 0,183 0,-183 0,158-19,-160 17,153-17,-155 16,148-25,-150 24,136-34,-140 33,116-23,-118 24,106-5,-103 7,145-17,-143 17,90 2,-99 0,112 0,-108 0,101 19,-102-17,104-2,-106 0,105-9,-104 8,104-18,-105 16,82-16,-85 17,115-45,-109 40,109-78,-109 74,-17 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20.245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65,'0'0,"0"0,9 0,-8 0,7 0,-7 0,7-11,-6 9,5 4,-5-2,14 0,-11 0,8 0,-8 0,106-22,-76 16,144 2,-106 0,41-3,-39 7,2 0,-36-5,7-1,20 12,-2-1,2-5,-12 0,25 12,-19-3,24-2,-29-3,46 10,-46-6,62 14,-68-12,81 14,-86-16,102 26,-109-25,114 17,-118-20,130 30,-134-29,151 31,-159-34,160 25,-161-25,161 34,-161-34,177 25,-175-25,161 33,-156-32,145 24,-152-26,167 26,-164-25,149 23,-143-22,150 14,-156-17,148 17,-150-16,141 6,-141-8,146 19,-151-18,160 17,-159-17,158 8,-158-9,153 18,-148-17,101-2,-107 0,111 9,-107-7,71 7,-79-7,89-2,-90 0,66 9,-69-8,76-1,-74 0,74 10,-73-9,72 8,-72-7,82-2,-83 0,74 9,-74-7,74-2,-74 0,82 9,-81-8,82-1,-83 0,75 0,-76 0,85 10,-85-9,86-1,-87 0,93 0,-90 0,74 0,-76 0,76 0,-76 0,68-9,-69 7,60 2,-59 0,28-9,-34 8,42-9,-40 9,31 1,-32 0,26 0,-28 0,20-10,-21 9,13 1,-14 0,6 0,-8 0,0 0,0 0,0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21.069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0,'0'0,"0"0,0 0,0 0,0 0,0 0,9 0,-7 0,14 0,-12 0,108 11,-82-8,181 26,-134-19,78-9,-76 2,74 26,-50-29,34 0,-25 4,35 2,-30-6,16 0,5 0,-9 0,21-5,-32 0,50 5,-60 0,87-14,-78 6,95 8,-111 0,129 0,-148 0,165 0,-173 0,198 0,-205 0,221 19,-237-16,246 6,-265-8,286 19,-279-18,286 36,-284-33,277 14,-279-17,285 25,-265-22,260 5,-281-9,289 17,-271-15,291 16,-301-16,302 6,-304-7,295 16,-295-15,284-3,-290 0,272 9,-263-7,269-2,-267 0,301 0,-298 0,261 0,-270 0,292-10,-286 9,236-18,-249 17,246-8,-243 9,256-27,-251 24,221-15,-227 16,223-25,-228 24,212-15,-213 17,206-27,-209 26,162-17,-168 18,168 2,-159 0,200 10,-205-9,225 18,-219-17,239 27,-240-26,-32-3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24.73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75,'0'0,"0"0,9 0,0 0,-7 0,5 0,-5 0,14 0,-11 0,114 32,-40-16,56 11,-44-13,24 4,-18-8,11 2,-11 4,-7 0,33-16,-23 0,24-6,-34 1,51-2,-59 3,77-10,-77 7,105-8,-107 9,128-19,-139 17,165-17,-174 18,171-19,-186 20,208-12,-211 15,225-7,-231 9,218-18,-223 17,234 11,-227-8,260 9,-257-9,254 9,-260-9,271 36,-264-31,278 22,-283-24,276 34,-278-33,286 23,-277-24,262 23,-255-22,290 23,-299-24,287 14,-274-15,278 16,-292-16,275 15,-266-15,308-3,-315 0,290-19,-291 17,288-26,-286 24,254-34,-257 33,253-33,-258 33,251-43,-253 42,216-31,-214 32,195-34,-204 35,201-24,-197 24,159-6,-166 9,188-8,-183 7,164 2,-163 0,153 19,-161-16,169 25,-168-24,183 15,-180-17,154 17,-155-16,150-3,-154 0,79 9,-84-8,86-10,-88 8,50-38,-57 35,-7 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25.663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1 579,'0'0,"0"0,0 0,0 0,9-10,-4 10,-1 0,13-14,-8 6,95-29,-56 21,165-48,-141 42,49 1,8-1,73-4,-154 20,173-3,-184 7,180-17,-193 17,182-17,-180 16,194-6,-190 8,216-28,-216 26,210-17,-212 18,217-17,-214 17,242-17,-234 16,248-16,-253 17,268-27,-265 26,281-7,-279 9,300-9,-303 9,289-8,-285 8,332 1,-334 0,344 0,-345 0,325 9,-313-8,329 18,-328-16,316 25,-313-24,333 15,-335-17,337 17,-330-16,341 6,-343-8,337 18,-341-16,341-3,-340 0,355 9,-361-7,385 7,-364-8,365-1,-376 0,367 0,-357 0,332 0,-353 0,331 0,-325 0,346-19,-342 17,379 2,-379 0,396-19,-378 16,363-6,-375 8,348 1,-347 0,343-19,-348 16,316-6,-320 8,302-18,-302 16,270-6,-282 7,260-16,-257 15,243-16,-246 17,219 2,-227 0,231-19,-227 16,246-6,-238 7,211-7,-220 8,230-9,-231 9,222 1,-221 0,207 0,-212 0,218 0,-215 0,210 0,-213 0,210-9,-199 7,171-7,-187 8,194 1,-192 0,187 0,-191 0,215-10,-213 9,-27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53.15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9 129,'0'0,"0"0,-9 0,9 0,0 0,0 11,0-9,9 6,-7-5,5 5,-4-5,101 58,-68-39,160 85,-117-63,56 19,-44-29,50 18,-27-17,13 5,23-24,-6 0,4 1,-20-2,30-9,-39-1,54-12,-61 3,79-10,-88 7,128-23,-132 17,156-44,-171 39,212-50,-217 50,221-61,-234 62,273-48,-286 55,238-47,-252 49,275-40,-280 43,302-14,-298 16,290-6,-290 8,276 1,-271 0,236 38,-246-33,233 42,-229-41,207 60,-212-57,215 58,-217-59,185 48,-180-48,161 40,-170-42,149 13,-153-17,176-2,-173 0,126-19,-133 17,123-45,-121 40,119-67,-118 63,58-74,-69 73,47-113,-51 111,-53-98,40 96,7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53.749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1,'8'11,"10"-11,-16 0,14 21,-14-18,23 5,-20-6,177 92,-139-72,235 127,-192-103,105 48,-99-48,83 15,-84-25,95 13,-73-21,86 19,-53-32,38 3,-21-8,4 1,28-5,-25-1,39-11,-52 1,71-2,-82 3,87 4,-91 0,104-7,-126 4,160 3,-177 0,201 0,-215 0,216 0,-236 0,268 0,-282 0,272 9,-288-8,283 9,-278-9,300-1,-305 0,279 0,-279 0,281-10,-283 9,322-37,-317 33,270-81,-276 76,283-95,-282 92,318-142,-317 139,-38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55.201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0 364,'0'0,"0"0,9 0,-8 0,16 0,-14 0,12 0,-11 0,28 0,-24 0,198 32,-148-23,285 25,-220-21,102 6,-113-8,106 0,-84-7,62 2,-53-11,26 0,-27-1,1 1,26-12,-26 2,23-10,-46 7,61-8,-68 9,81-10,-85 11,134-29,-138 26,127-21,-152 26,170-27,-179 29,225-24,-235 29,264-21,-276 24,288-6,-299 9,283 1,-285 0,267 10,-267-9,304 28,-297-26,268 26,-274-26,257 26,-258-26,259 26,-260-26,238 17,-243-18,258 8,-255-9,250-1,-245 0,210 0,-220 0,268-10,-262 9,285-28,-281 26,224-16,-230 16,249-35,-249 34,172-25,-177 25,242-34,-234 34,202-25,-207 25,203-15,-207 17,150 2,-156 0,156 0,-156 0,120 19,-119-17,130-11,-133 8,-18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55.80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39,'0'0,"0"0,9 0,-8 0,16 0,-15 0,23 0,-21 0,36-11,-31 9,36 4,-31-2,284-21,-205 14,331 14,-252-7,93 32,-140-23,89 25,-85-10,81 16,-45-9,0 2,-20-6,4 0,5-4,-22-3,42 4,-45-6,62 2,-70-7,86 0,-93-5,126 7,-132-9,161-6,-173 0,188 0,-202 0,245 0,-253 0,259 0,-282 0,309 0,-319 0,330 0,-323 0,313 10,-321-9,285-1,-293 0,-32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0.88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1 289,'9'0,"-3"0,-4 0,11 0,-8 0,18 0,-19 0,27 0,-26 0,35 0,-36 0,243 0,-217 0,378 10,-361-9,134-1,3 0,94 0,-244 0,201 9,-202-7,188-2,-192 0,204 0,-208 0,208 0,-207 0,215 0,-215 0,200-10,-193 9,198-8,-194 7,209 2,-216 0,218-9,-220 8,234 1,-229 0,215 0,-220 0,203 0,-203 0,179 0,-182 0,174 0,-166 0,157 9,-166-8,151 9,-154-9,171 9,-170-9,156 8,-151-8,164-1,-159 0,166 0,-173 0,174 10,-175-9,189-1,-186 0,195 0,-194 0,197 0,-191 0,162 0,-169 0,158 0,-156 0,153 0,-159 0,165 0,-162 0,177 0,-174 0,162 0,-168 0,165 0,-162 0,171-9,-171 7,177 2,-174 0,174-9,-174 8,162-9,-168 9,180-8,-175 7,153 2,-156 0,154-9,-153 8,165 1,-168 0,152 0,-154 0,146 0,-147 0,147 0,-147 0,145 0,-142 0,140 9,-139-8,116 18,-120-16,139 6,-139-8,128 9,-127-9,129 9,-130-9,131 17,-124-15,144 7,-146-9,140 18,-142-17,166 17,-164-16,153 6,-151-8,184 18,-173-16,170 6,-175-7,161 7,-165-8,173-1,-172 0,153 0,-152 0,157 0,-153 0,166 0,-170 0,164 0,-167 0,167 0,-167 0,134-9,-137 8,122-18,-125 16,128-6,-130 7,138-7,-138 8,148-18,-148 16,163-16,-161 17,165-17,-160 17,162-27,-164 25,156-15,-157 17,181-26,-178 24,185-15,-184 16,171-24,-166 22,175-14,-184 17,184-27,-184 26,207-26,-203 26,177-25,-170 23,154-13,-164 15,172-16,-171 17,164-8,-166 9,174-9,-173 9,170 1,-167 0,175-9,-174 8,158 1,-160 0,157 0,-163 0,168 0,-164 0,170 0,-167 0,188 0,-191 0,175 0,-177 0,190 0,-185 0,191 0,-188 0,183 0,-188 0,197 0,-196 0,190 0,-193 0,185 9,-177-8,189-1,-193 0,203 0,-203 0,203 0,-203 0,214 10,-208-9,212 8,-216-7,210-2,-212 0,234 19,-230-17,202 7,-200-7,211 7,-214-8,226-1,-228 0,195 10,-199-9,178-1,-174 0,169 0,-173 0,192 0,-193 0,136 0,-142 0,166 10,-163-9,131 8,-134-7,70-2,-78 0,94 0,-92 0,60 0,-64 0,64-10,-64 9,24-9,-28 9,28-8,-28 7,27-26,-27 24,-4-53,0 50,0 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1.68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0 397,'9'0,"-1"0,-7 0,15-10,-14 9,21 1,-19 0,27-10,-27 9,36-8,-35 7,219-46,-198 43,370-73,-355 70,132-13,1-1,99-16,-242 34,218-6,-222 9,214-18,-214 16,186-6,-186 8,196 1,-196 0,179-9,-171 7,195-7,-201 7,211 2,-204 0,218-9,-214 8,229 1,-235 0,247 9,-249-8,240-1,-241 0,250 0,-241 0,240 10,-248-9,234-1,-229 0,236 10,-243-9,231-1,-236 0,212 9,-207-8,191 9,-192-9,202 9,-203-9,205-1,-208 0,211 0,-204 0,207-19,-202 16,237-6,-236 8,232-36,-228 31,219-40,-218 38,-43 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3.44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1 251,'9'0,"-9"0,17-11,-16 11,25 0,-21 0,17-21,-19 18,47 6,-35-3,265-75,-204 55,365-46,-270 38,95 13,-112 0,75 30,-66 0,22 2,-24 2,44 5,-38 3,5 0,5 1,-15-3,35 6,-47-8,68 3,-79-9,110 9,-97-10,132 13,-149-15,179 25,-191-24,206 1,-229-11,266 21,-269-20,297 13,-324-16,351 16,-360-17,384 8,-382-9,378 18,-383-17,396 18,-399-18,400 7,-402-7,373 7,-379-8,380 9,-373-9,351 18,-355-17,320 17,-321-16,309 6,-315-8,301 19,-304-18,276 17,-275-17,260 17,-264-16,226 16,-231-17,261 17,-256-16,233 25,-237-24,118 34,-133-33,-18-5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4.22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0 611,'0'-11,"0"11,9-11,-8 10,16-8,-14 7,21-18,-19 16,26-13,-23 12,233-97,-174 73,321-103,-260 87,145-6,-132 17,120 4,-122 7,105 24,-88-10,45-3,-62 7,52-1,-16-5,-11 1,25 4,-39 1,80-2,-77 3,93 4,-100 0,120 0,-139 0,159 0,-171 0,218 8,-229-5,262-3,-277 0,303 0,-320 0,353 0,-369 0,387 0,-395 0,412 0,-403 0,404 0,-414 0,382 0,-367 0,362 0,-367 0,380 0,-392 0,365 9,-356-7,364 17,-373-17,358 7,-351-7,391 26,-386-24,381 25,-386-26,376 16,-365-17,378 26,-374-24,437 25,-446-25,397 15,-402-17,379 36,-374-33,355 14,-353-17,329 17,-332-16,305 6,-314-8,296-1,-295 0,309 0,-315 0,294-9,-291 8,303-28,-305 26,264-26,-268 25,277-34,-278 34,280-44,-281 42,240-32,-244 33,241-53,-247 52,230-42,-230 42,-28 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6.04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0 686,'0'0,"0"0,0 0,18-11,-14 9,135-39,-104 31,260-76,-179 52,134-39,-129 37,168-46,-71 30,10-3,-22 5,51 4,-20 20,17-2,41 11,-37 2,29 3,-66 3,97 21,-101-3,150 11,-145-8,133 31,-184-22,195 33,-224-33,309 37,-313-41,434 35,-431-39,433 23,-470-30,402-34,-441 24,498-34,-502 33,608-78,-651 81,-18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3:46.43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1 664,'0'0,"0"0,0-10,8 10,-7 0,15-20,-15 18,47-17,-42 17,257-75,-232 68,507-105,-469 100,205-28,22-2,164-4,-402 42,427-32,-435 34,400-25,-401 25,331-43,-332 41,305-33,-313 35,289-35,-293 35,245-34,-250 33,-31 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03.714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0 247,'0'0,"0"0,9 0,0 0,-7 0,5 0,-5 0,23-11,-18 8,129 6,-90-3,175-32,-123 20,27 13,-48-5,42-13,-25 7,26-2,-16-8,6-3,-54 18,-5 0,53-7,-20 2,93-2,-51 3,42-5,-69 6,71-6,-90 7,90 0,-99 3,149 4,-146 0,155 0,-172 0,192 18,-204-14,213 23,-213-22,242 24,-253-26,248 36,-252-35,225 25,-224-26,244 25,-238-24,253 25,-259-26,225 26,-227-26,223 26,-219-25,218 15,-225-17,232 27,-231-26,220 16,-217-17,214 27,-212-25,198 15,-201-17,209 27,-209-26,200 16,-199-16,166 6,-169-8,137 18,-141-16,160-3,-161 0,118 0,-119 0,145 0,-145 0,129 0,-130 0,105 0,-108 0,120-9,-113 7,101-7,-108 7,117-7,-116 8,114-18,-112 16,75 3,-83 0,90-19,-88 17,64 2,-67 0,44 0,-48 0,40 0,-40 0,38 0,-37 0,39 0,-40 0,24 0,-27 0,36 0,-35 0,35 0,-35 0,59 0,-57 0,49-10,-50 9,57-37,-54 33,-9 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04.940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0 236,'0'0,"0"0,0 0,0 0,9 0,-8 0,-1 0,0 0,26 0,-21 0,124-10,-97 7,212-5,-163 5,97-5,-97 5,114-4,-99 3,94 18,-26-8,-34-1,-11-5,30 0,-14 0,15 0,-2 0,-11 0,26 0,-40 0,57-13,-57 5,62 1,-76 3,122-11,-123 8,132-8,-150 9,148-18,-164 16,185-18,-197 20,194-12,-209 14,229-14,-230 15,232-7,-244 9,239-8,-234 8,210 1,-213 0,194 9,-201-8,194 9,-197-9,174 9,-177-9,178 8,-179-8,166 9,-162-9,156-1,-159 0,174-9,-171 7,197-17,-196 17,210-27,-206 26,-31 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05.931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1 590,'9'0,"11"0,-13 0,21-9,-21 7,38-7,-36 7,54-7,-55 8,64-9,-64 9,464-28,-426 26,396-18,16-1,204 22,-575 0,505 19,-524-17,475 46,-479-42,455 42,-459-43,372 34,-382-35,379 25,-376-26,372 17,-378-18,389 8,-390-9,402 18,-397-17,415-2,-415 0,421-10,-417 9,392-8,-386 8,439-9,-438 9,438-18,-438 16,445-25,-444 24,483-34,-485 33,488-23,-483 24,491-24,-490 24,492-34,-493 33,483-24,-492 26,504-16,-498 17,461-8,-468 9,451-18,-452 17,415 2,-405 0,376 9,-383-8,353 9,-367-9,269-1,-278 0,197 0,-206 0,223 0,-221 0,162-46,-157 39,93-60,-110 59,112-79,-113 77,-79-174,57 165,7 19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06.521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1157,'0'0,"0"0,0 0,0 0,9 0,-8 0,16 0,-15 0,13 0,-12 0,30 0,-25 0,261-10,-205 7,425 6,-324-3,205-22,-199 15,193-7,-191 7,251-29,-174 16,160-14,-107 10,54-5,-15 2,12 0,57-1,-55 3,85-13,-124 11,149-11,-157 12,209-22,-233 21,276-40,-319 38,365-68,-412 65,437-69,-461 74,764-242,-862 249,-73 20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10.433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0 365,'0'0,"0"0,0 0,9 0,-7 0,14 0,-12 0,1-11,120-10,-63 10,90-32,-85 27,53-10,-58 11,72-13,-60 24,40-3,-26-3,11-1,-5 5,-1 1,17-7,-15 2,45-8,-39 4,73-6,-71 8,81-9,-83 10,113-10,-107 10,123 11,-148 0,176 0,-186 0,217 9,-221-7,264 25,-281-22,253 32,-260-31,310 52,-316-52,339 61,-334-59,309 58,-303-57,298 65,-293-62,278 52,-280-54,282 48,-294-51,310 59,-307-57,323 47,-313-48,334 39,-337-40,330 39,-323-39,340 50,-348-50,348 51,-348-51,311 57,-301-53,234 55,-256-58,226 60,-232-61,186 68,-184-64,143 54,-147-55,113 47,-124-50,101 32,-104-35,94 52,-93-48,47 21,-55-25,54 42,-52-39,60 31,-60-33,30 14,-36-17,43 35,-40-31,55 50,-53-48,7 59,-14-59,-2-8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10.997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1 718,'0'0,"0"0,9 0,0 11,-7-9,13-15,-11 11,82-39,-15-8,45-30,-33 12,21-16,-8 10,4-4,5 14,4-3,18 25,-22 7,44 9,-48 7,64 18,-62 0,68 14,-75-6,110 22,-118-17,135 27,-151-27,146 21,-160-25,178 35,-187-34,202-1,-216-8,215-1,-224 0,236-9,-229 8,262-19,-260 18,274-55,-271 50,191-78,-199 74,-30 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13.008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0 290,'0'0,"0"0,0 0,0 0,0 0,9 0,-8 0,16-11,-13 9,90-7,-67 6,178-58,-136 42,139-16,-121 19,156-21,-126 18,113-16,-76 22,67-6,-21 13,-34 2,67 9,-12 0,29 7,-45-2,67 21,-80-9,89 4,-98-9,106 17,-124-14,182 25,-203-26,222 22,-250-29,243 48,-264-45,289 40,-313-45,333 55,-344-55,342 48,-358-52,408 51,-396-50,434 51,-436-52,433 42,-430-42,418 42,-424-43,414 34,-413-35,392 45,-397-44,355 33,-358-33,319 43,-325-43,293 34,-296-35,245 35,-248-35,201 25,-207-26,281 36,-276-35,240 24,-238-24,231-4,-234 0,-30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13.592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11 750,'0'0,"0"0,0 0,0 0,0 0,0 0,-9 0,7 0,13-10,-9 7,5-5,-5 5,129-58,-89 41,220-78,-162 59,139-19,-88 29,90-17,-47 3,49-10,-5 17,14-3,6 6,-16 2,43 7,-62 5,102 0,-97 6,111 6,-134 3,184 11,-207-3,246 11,-268-9,280 19,-309-18,318 28,-345-27,330 29,-360-31,359 32,-384-33,392 24,-392-26,430 16,-423-17,408-2,-410 0,382-9,-391 8,501-58,-494 53,667-215,-707 218,-12 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18.753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1082,'0'0,"0"0,0 0,0 0,0 0,0 0,9 0,-8 0,7-10,-6 7,130-16,-100 14,176-22,-130 17,85-12,-77 11,51-10,-64 10,95-10,-69-1,43-10,-18 12,10-3,1 1,-11 2,24-22,-29 9,46 7,-53 9,84-30,-80 19,87-21,-94 23,132-27,-143 31,168-26,-175 32,214-27,-227 32,268-25,-282 29,298-21,-313 24,337-6,-344 9,356 1,-350 0,325 10,-318-9,292 18,-302-16,311 44,-311-41,311 32,-310-33,316 42,-314-41,314 32,-314-33,335 34,-338-35,337 25,-336-26,340 17,-344-18,388-2,-378 0,400-19,-396 16,428-35,-424 33,384-33,-388 34,358-54,-365 51,338-50,-337 50,313-69,-315 66,341-56,-341 57,322-39,-330 43,316-44,-320 44,275-14,-274 17,252-17,-257 17,254-8,-251 9,204 1,-210 0,227 0,-227 0,-29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22.263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1 610,'0'0,"0"0,0 0,9 11,-8-10,16-2,-14 1,20 0,-17 0,15 11,-14-8,173-6,-124 3,254-11,-189 8,70-5,-87 5,95-26,-79 0,64-17,-40 10,6-3,-11 4,16-5,-1 7,-14 2,24-12,-42 11,60-13,-61 15,75-10,-80 16,95-5,-110 15,143-9,-149 14,189 9,-202 0,236 9,-244-7,263 16,-273-15,310 45,-328-42,327 32,-327-33,349 33,-353-34,346 34,-339-33,354 24,-360-26,367 17,-366-18,361 17,-355-17,366 8,-368-9,348 18,-346-17,325 27,-331-26,377 27,-378-27,368 35,-367-34,351 35,-353-35,332 44,-329-42,286 33,-297-35,337 34,-332-34,341 55,-340-53,322 42,-323-43,291 34,-294-35,262 16,-266-18,260 27,-263-26,213 6,-217-8,210 9,-211-9,162-1,-167 0,169 0,-171 0,176 0,-172 0,28 0,-45 0,-4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23.005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0 547,'0'0,"0"0,9 0,-8 0,7 11,-7-10,25-2,-22 1,18 0,-15 0,236 32,-172-23,340 3,-266-5,147 8,-135-8,123-14,-99 2,92-1,-71-8,51-4,-37-3,5-1,17-12,-21 4,37-1,-62 8,98-9,-99 11,126-19,-125 15,156-11,-179 19,204-14,-229 19,262-21,-277 23,306-7,-335 13,358-14,-372 14,380-15,-405 17,438-17,-437 16,456-6,-465 8,480-19,-477 18,432-17,-423 17,424-8,-434 9,384-18,-379 17,383 2,-395 0,437 0,-427 0,457 19,-459-17,420 26,-408-24,434 34,-433-33,417 33,-419-33,425 33,-431-33,393 23,-400-24,427 34,-427-33,385 31,-361-29,376 30,-390-32,386 24,-392-25,346 24,-353-24,351 15,-358-17,310 27,-316-26,269 26,-266-26,252 16,-256-16,-37-3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24.45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0 1725,'0'0,"0"0,9 0,-8 0,34-32,-31 28,45-24,-39 22,79-31,-68 28,82-36,-73 33,110-40,-93 34,129-39,-103 33,121-27,-100 25,107-34,-99 31,135-27,-46 8,-35 10,19-9,7-2,27 3,-26 6,22-9,-53 12,66 5,-79 11,99-27,-102 21,133-10,-145 20,157-6,-170 14,166-8,-197 13,233-5,-243 7,243 2,-251 0,290 0,-312 0,316 9,-302-7,324-2,-327 0,368 0,-366 0,365 0,-372 0,375 0,-361 0,356-10,-359 9,349 1,-357 0,338 0,-328 0,303 0,-314 0,346 0,-351 0,353 0,-346 0,347 0,-357 0,354 0,-342 0,361 0,-362 0,349 0,-346 0,363-10,-370 9,355 1,-358 0,324 0,-326 0,333 0,-331 0,325 0,-327 0,303-9,-307 8,360-19,-350 18,348-26,-337 24,443-53,-442 50,307-41,-324 42,266-108,-270 100,152-237,-186 245,-5 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17T08:44:25.256"/>
    </inkml:context>
    <inkml:brush xml:id="br0">
      <inkml:brushProperty name="width" value="0.25" units="cm"/>
      <inkml:brushProperty name="height" value="0.5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1 557,'0'0,"13"0,-8 0,16-8,-15 5,23 3,-23 0,41 0,-40 0,57-9,-57 8,372-18,-330 16,294-2,63 0,198-15,-548 18,474-8,-480 10,468-20,-465 18,458-17,-461 17,428-46,-421 42,389-51,-392 50,385-40,-379 40,363-60,-373 59,364-56,-347 53,327-37,-351 43,339-24,-336 26,338-16,-339 16,321 3,-322 0,331 20,-331-18,302 35,-300-31,249 31,-251-32,251 43,-260-42,204 32,-210-33,235 14,-234-17,219 8,-222-9,249-21,-248 19,-28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07.6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21,'0'1,"1"-1,-1 1,0 0,1 0,-1-1,0 1,1 0,-1-1,1 1,0 0,-1-1,1 1,-1-1,1 1,0-1,-1 1,1-1,0 1,0-1,-1 0,1 1,0-1,0 0,0 0,-1 0,1 0,1 1,27 2,-26-3,343 2,-177-4,780 2,-840-9,3 0,-43 10,-11 0,1-2,68-10,-67 5,1 2,83 5,-42 1,444-2,-525 2,39 5,-39-3,38 2,674-7,-717 2,0 0,21 6,-20-4,-1 0,21 0,68-4,-90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10.1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19,'422'0,"-399"-1,38-7,-37 4,36-1,967 5,-470 1,-537 0,39 7,-39-5,38 3,415-7,-457 2,0 0,21 6,-20-4,-1 0,21 0,19-2,82 12,-86-8,1-2,64-5,-24 0,-71 1,-13 0,0 1,1 0,-1 1,16 3,-14-1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12.19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1 107,'51'-1,"74"-11,-83 5,-1 1,65-3,-66 6,0-1,40-9,-12 1,45 0,171 4,834 8,-993-9,-1 0,1944 8,-974 2,-1080 0,-1 0,23 6,23 2,9 0,-50-6,36 3,-39-6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16.2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1,'1458'0,"-1293"9,-2 0,4 1,-63-2,188 18,-56-4,5-8,264 11,-444-26,316 12,50-1,-260-13,475 3,-607-1,37-7,-36 3,38 1,-26 3,80-11,-74 6,20-3,-43 4,0 2,1 1,59 4,-21 0,-55-2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17.8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0,'0'3,"1"-1,0 1,0-1,0 0,0 1,1-1,-1 0,1 0,-1 0,1 0,0 0,2 2,25 21,-12-15,0 0,1-2,0 0,31 10,4 1,-34-13,0-1,1 0,-1-2,21 2,38 6,-53-6,-1-2,1-1,29-1,-26-2,0 3,32 4,169 33,-170-33,103-4,-96-3,67 8,254 22,-280-21,42 1,-10 0,1 0,58 0,16-1,-1-6,180-5,-177-14,76-2,-111 11,4-1,-23 0,-2 1,-96 8,15 1,107-12,-98 3,146 7,-106 3,869-2,-980 1,-1 1,25 5,7 1,-1-2,-9 0,52-1,637-5,-603-9,-1 0,-52 9,210-10,10-8,16 9,-7 1,37-13,168-1,-348 13,-4 0,1651 10,-1697 8,3 0,-64-9,-11-1,0 1,-1 2,42 7,-61-6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19.55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0 315,'1'1,"-1"-1,0 1,1 0,-1 0,0-1,1 1,-1 0,1-1,-1 1,1 0,-1-1,1 1,0-1,-1 1,1-1,0 1,0-1,-1 0,1 1,0-1,0 0,-1 1,1-1,0 0,0 0,0 0,1 0,27 4,-26-4,334 2,-173-4,4171 2,-4194-9,-2 0,141-4,1-1,136-11,-248 16,-2 0,-110 10,34-1,97-11,72-10,-37 7,29-6,119-2,-326 23,14 0,114-13,-92 4,-51 7,37-8,-24 3,1 2,-1 2,62 5,-12-1,-40-3,70-12,-47 3,113-1,-165 10,38-7,-38 4,39-1,-18 4,68-11,43-2,-123 10,44 0,-48 3,0 0,33-7,99-13,-149 19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22.12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1 265,'59'0,"94"-14,-116 10,61 1,-62 4,71-9,-52 1,-1 3,73 4,-67 2,97-11,-73 2,148 5,-106 4,1879-2,-1865-9,-8 1,124-3,-108 3,97-8,119-3,27-7,-1 0,45 13,29 7,-266 8,-46 0,163-4,-220-6,80-2,-2 0,-78 2,-8 1,76-3,-143 10,53 1,99-12,-90 4,142 5,-106 4,250-2,-350 1,-1 1,25 6,3-1,1 0,-23-2,0-2,25 0,-19-3,-1 3,42 7,38 5,-92-12,1-1,30 0,-32-2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23.7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0,-1 0,1 0,0 0,-1 0,1-1,0 1,-1 0,1 0,0-1,0 1,0 0,0-1,-1 1,1-1,0 1,0-1,0 1,0-1,0 0,0 0,0 1,1-1,-1 0,0 0,2 0,35 3,-34-3,64 8,-48-4,35 1,582-5,-498 9,-3 0,146 0,40 1,-29-2,-16 1,-5-1,109 11,13-11,17 1,-27 12,-295-17,403 13,-269-8,-12 0,-27-1,-11 1,53 10,-68-2,145 10,-90-6,157-3,-284-15,44 6,52 0,137 4,-287-10,315 16,-214-10,-8-1,-105-8,210 10,-139-3,103-7,14 1,3 16,-124-9,61 2,51 8,-7-1,1 1,-127-10,76 1,535-10,-525 10,8 0,1703-10,-992 2,-848-3,36-5,17-2,111-9,7 5,-118 8,79 4,-81 2,96-10,36-9,-179 15,279-19,-236 19,97-16,-63 5,-53 8,-14 1,47 0,-24 4,92-11,29-6,-115 13,-3-3,-36 4,43-1,-17 4,84-11,-11-6,-40 7,157 1,-234 10,1-1,0-1,13-3,13-2,-22 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25.46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1 178,'5134'0,"-4917"-10,-3 1,142-8,16-1,-138 10,0-1,-47 0,2 0,531 10,-565-10,1 0,139-4,-9 5,-209 11,0-4,144-21,-162 14,1 3,0 2,64 6,-14-1,131-16,-149 8,109 6,-75 2,259-2,-335 9,-27-4,-10-3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26.48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1 178,'255'-14,"-163"5,69-10,-12-2,1 6,174 5,-137 1,-10 0,121-9,8 0,-24 10,1-1,228-3,255 5,-435 10,51-5,408 4,-565 6,114 2,-221-10,487 10,-22 10,-254-14,63 3,54 12,-170-16,63 4,59-1,10 1,52-2,-123-6,-173 7,82 1,161 4,-64-8,71 5,80-1,-298-11,3163 2,-3199 9,8 0,60 4,24 4,-175-11,118-6,-79-2,-64 2,-37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31.05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18,'130'-9,"6"0,664 10,-774 0,36 7,18 1,713-8,-388-3,791 2,-1180-1,0 0,21-6,-20 4,-1 0,21 0,243 4,-265-1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32.28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11,'4048'0,"-4041"0,-1 0,1-1,-1 0,13-4,-8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33.71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1 177,'614'0,"-510"-9,-1 0,729 10,-675-10,-3 0,593 9,-611-9,-2 0,148-4,-57-2,-102 7,17-1,-87 4,65 2,-77 4,-1-2,1-2,59-12,-72 10,0 1,46-1,-20 2,11-5,-39 4,40-1,8 7,79-4,-100-6,-38 4,0 2,25-2,-16 4,-18 0,-17 0,-18 0,14 0,0 0,0 0,-17 4,16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34.49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0 124,'136'2,"145"-4,-197-6,52-2,-59 10,144-19,-119 8,0 3,143 9,-92 1,2552-2,-2685-1,39-7,-39 5,37-3,-22 6,-12 1,0-2,0 0,39-8,-37 5,0 1,0 1,43 1,-45 2,1-1,-1-1,0-1,42-9,27-8,-93 18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39.04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1 230,'34'-2,"42"-7,-11 1,87-16,-103 14,1 2,56-1,-65 6,69-13,-3 0,77-5,174-11,-136 14,13 0,-70 17,253-7,33-2,-36 2,326-1,-449 11,7599-2,-7651 18,-14 0,-34 0,2 0,-37-10,9 1,-83-9,244 9,47-2,-97-6,-167 7,46 1,-19 0,-4 0,-79-9,20-1,87 12,-12 2,-45-5,32-2,19 2,105 10,27-1,169 7,-344-14,-4-1,-50-9,2-1,94 12,-80-4,149-5,-107-4,270 2,-374-1,-1 0,1 0,-1-1,1 0,10-5,-62 9,-24 20,51-18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0.4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0 159,'57'-1,"80"-12,-63 3,111-2,-61 4,-5-1,89 0,10 0,-123 9,390-10,135 1,-375 11,2423-2,-2352-21,-46 10,-116 8,-29-6,59 0,2652 10,-2666 8,-2 0,285 4,1-7,-261-8,656 2,-820-2,36-5,-36 2,40 1,37 6,120-4,-165-6,-37 4,38-2,-10 7,-25 0,-1-1,1-1,51-10,-57 8,0 0,-1 2,41 1,-34 0,-12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1.88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0 457,'75'1,"-13"0,0-2,69-11,113-14,-159 19,68-3,-124 10,296-9,11-9,-32-3,206 16,-287 7,272-16,-116-1,171 6,-333 11,13-11,3 0,-59 1,-7-1,1932 10,-1946-11,3 1,173-3,223-10,-402 13,3-1,4 12,174-3,-225-8,41 0,91-1,35 2,8-1,-84 1,-127 8,76-9,-59 1,140 7,-106 3,1382-2,-1388-9,-7 0,772 8,-428 2,-432-2,-1-1,21-4,-20 2,39-2,-43 6,29 0,73-9,-83 5,0 1,42 4,35-3,-58-6,14-1,-1 0,-49 6,0 0,19 0,65-5,5-1,-93 8,0 0,22-6,24-1,15-1,-53 5,39-2,-33 6,-20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2.96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0 142,'18'0,"35"0,90-10,-17-1,-21 3,-37 3,76 3,60-4,-47-5,164 9,-147 4,-3-1,446-12,-255 2,-11 0,362 0,-428 11,913-2,-994-9,3 0,-22 11,199-3,-160-17,-140 11,114-4,2303 11,-2486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3.78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0,'226'14,"-51"0,26 7,-3-7,115 11,-215-17,49 2,166 7,-298-17,305 10,98 0,-23-2,176 0,-345-10,2799 2,-3004-1,0-2,0 0,37-12,-23 5,-33 10,-1 0,1 0,-1-1,1 1,-1-1,1 1,-1-1,0 0,1 1,-1-1,0 0,0 0,1 0,-1 0,0 0,0 0,0 0,0-1,0 1,0 0,0-1,0-1,0-4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4.54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1 143,'38'-8,"-7"0,25-1,-33 5,42-3,-18 4,67-13,-12 0,-52 11,103-7,-28 3,-4 1,74-2,12 1,-101 10,378-12,109 3,-357 10,2010-2,-2058 9,-6 0,72 1,11 0,-166-10,153 21,60 19,-279-37,0-1,34-2,36 1,-41 7,-36-4,43 2,-34-6,-20-1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7.04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0 213,'139'2,"145"-5,-154-14,-84 9,58-2,-1 8,133-6,114-10,82 9,-27 1,356-1,-456 11,-118-1,553-12,-112-10,4 18,-58 2,-393-8,93-1,-33 2,4-1,159-4,149 7,-317 8,1473-2,-1541-9,1 0,57 0,-108 0,137 9,-108 2,436-2,-471 9,-3 0,-105-9,308 13,-213-7,106-6,-75-3,908 3,-1046 2,0-1,1 1,0 0,-1 0,-12 7,-6 2,-10 1,21-6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8.1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1 193,'2681'0,"-2665"1,0 1,22 4,-22-2,1-2,20 2,603-5,-537-8,-8 0,97-10,-53 2,-5 1,53-2,-73 9,11 0,146-4,-21-1,-42-7,102 15,-175 9,-82-3,3 1,0-3,59-8,-71 5,0 1,52 4,-55 2,1-3,65-9,-58 4,0 2,92 5,-47 1,-9 0,92-4,-79-16,-250 19,137-1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48.74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0 159,'30'-1,"0"0,43-8,-9 1,-42 6,0-1,30-8,-21 4,0 2,1 1,0 1,0 2,35 3,-24-1,81-8,58-7,-44 6,130-10,5 9,-23 1,336-19,1 28,-233 1,-268-2,237-11,-247 5,77 5,-84 1,-54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50.03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1 281,'0'-1,"0"0,1 1,-1-1,1 0,-1 0,1 0,0 1,-1-1,1 0,0 0,-1 1,1-1,0 1,0-1,0 1,-1-1,1 1,0-1,0 1,0 0,1-1,26-7,-22 6,17-3,1 1,-1 1,46 0,-41 2,1 0,29-7,270-41,-327 49,186-10,-27 2,91-1,-15 1,281-1,-314 11,7043-2,-7129-9,0 0,-52 9,-5 1,106-12,13-7,-72 5,148 2,-43-3,-56 11,-20 2,-74-7,-41 4,38-2,341 7,-380-2,39-7,-38 4,36-1,-36 4,35-7,-11 1,-29 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52.22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1 318,'206'-10,"-183"7,261-19,-131 13,-8 0,-34 9,306-10,-97-9,67-6,227-5,-575 29,118-4,541-9,-109 0,-177 8,50-3,291 0,-452 11,-24 0,294-4,-394-6,96-2,663 11,-621 17,-21-1,-157-16,243 9,159-1,-326-11,114 15,-325-12,535 5,-307-9,1049 3,-1147-9,-3 0,-107 9,269-10,-32-11,74 15,-190 8,104-15,29 6,7 0,-13-2,4 0,-111 2,-103 6,63-8,-59 3,118 4,-122 4,0-3,79-10,-9-2,-44 5,118-6,-118 6,140 7,-103 3,2136-2,-2244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3:57.90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1 387,'86'1,"-16"1,139-16,-133 3,127-3,-136 11,74-13,-11 0,320-30,-7 4,-193 25,22-1,-45 3,136-4,52 0,-119 2,-144 11,295-5,140-2,449-9,-297 9,-248 10,-75 2,-234-7,81-2,2192 11,-2288-11,-5 1,890 10,-917-10,3 0,1170 9,-1201 9,-71-4,41-1,-41-3,67 12,11-3,-38-5,105 2,19 3,125 28,-182-31,5 0,-37 0,29 4,-31-1,-15-2,-3-1,145-5,-104-5,148 17,41-8,-184-8,-104 1,-7 1,0 0,0 1,45 9,-39-5,0-1,0-2,0-1,37-4,7 1,527 2,-584-1,1-1,-1-1,30-8,-28 5,1 1,31-2,11-2,-45 6,0 0,19 0,-19 4,1-2,-1-1,35-6,-26 4,-24 4,1-1,0 1,-1-1,1 0,0 0,-1-1,1 1,-1-1,7-4,-11 7,0-1,0 0,0 0,0 0,0 0,0 0,0 0,-1 0,1 0,0 0,0 0,0 0,0 0,0 0,0 0,0 0,0 1,-1-1,1 0,0 0,0 0,0 0,0 0,0 0,0 0,0-1,-1 1,1 0,0 0,0 0,0 0,0 0,0 0,0 0,0 0,0 0,0 0,-1 0,1 0,0 0,0 0,0 0,0 0,0-1,0 1,0 0,0 0,0 0,0 0,0 0,0 0,0 0,0 0,0-1,0 1,0 0,0 0,0 0,0 0,-8 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13:59.42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0,'7112'53'0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1.1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2,'0'0,"0"1,0 0,1 0,-1-1,1 1,-1 0,1-1,-1 1,1 0,-1-1,1 1,-1 0,1-1,0 1,-1-1,1 1,0-1,0 0,-1 1,1-1,0 0,0 0,0 1,-1-1,1 0,0 0,1 0,27 3,-26-2,339 1,-175-4,83 0,265 4,-381 7,69 0,1396-10,-1450-8,-3 0,1332 10,-1332-10,-6 0,1860 8,-932 3,-902 7,-2 0,33-1,9 1,69 10,-212-13,80 9,284 15,-107-17,-97-8,45 5,-155-2,140-7,-108-4,-53 3,297 11,-211-1,59 6,141 19,-144-18,-135-10,109 3,17 1,16-2,-19-1,243 1,-281-11,2187 2,-2206 9,-4 0,991-10,-986-8,-4 0,98-3,-38 6,45-3,-130-2,47-6,-127 10,1 2,63 2,-100 3,40-8,18-1,341 9,-416 0,-2 0,1 0,-1 0,1 0,0 0,-1 1,1-1,-1 1,0-1,1 1,-1 0,1 0,2 1,-2 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2.27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72,'75'1,"-14"0,0-2,72-11,-82 7,0 1,69 4,-67 2,0-3,54-8,78-12,-80 15,11-2,-24 1,145 5,-108 4,-114-2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3.54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1 183,'20'-1,"39"-7,-38 5,38-3,516 7,-466-10,3 0,-7 11,113-4,-148-6,-39 3,45 0,62-4,4 0,-30 1,1-1,8 0,6 1,346 8,-448-1,36-7,-37 4,41-1,-51 4,-1 0,23-5,23-3,8 0,-50 6,1 0,20 0,41 4,-41 0,0-1,1-1,54-10,-74 8,1 1,-1 0,25 2,23-1,-42-5,-25 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4.49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1 175,'80'1,"86"-3,-97-5,-29 2,45 0,15 6,166-2,-89-17,-94 11,68-3,62-4,-54-3,40-6,-130 16,47-2,-78 7,-1-2,51-11,-29 5,13 3,9-1,-64 5,-2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6.72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19,'134'2,"140"-5,-188-4,62-3,716 11,-714 7,-2 2,9 0,-59-2,145 10,-136-11,66 2,1902-9,-2049 1,37 7,-38-4,40 1,22-6,-72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7.6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2,'97'-2,"104"5,-144 5,-35-4,38 1,101-6,106 2,-173 8,44 1,600-11,-625 10,-1 0,705-10,-706-8,3 0,1601 10,-1700-1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08.3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1,'755'0,"-741"1,-1 0,24 6,24 2,-38-9,22 1,53 8,-32-2,0-4,83-4,-38-1,133 2,-229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10.75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1,'802'0,"-617"11,-97-4,149 12,69 7,-11-1,-159-7,13-1,-10-14,90 5,153 30,-248-24,301 21,-375-31,127 9,229 13,-275-18,97 1,59 4,-25 2,180-7,-274-10,1912 2,-2075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12.65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56,'1368'0,"-1344"-1,38-6,20-2,858 7,-460 4,454-2,-908-1,37-7,-37 4,35-1,-29 4,62-11,-50 7,1 2,72 5,-29 0,997-2,-1070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17.8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53,'2962'0,"-2943"-1,0-1,0-1,30-9,-30 7,1 1,0 0,24 0,33 4,-38 1,0-2,69-9,-77 6,1 1,57 2,-49 2,-25-1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18.76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0,'16'1,"1"1,23 5,9 2,2-3,-17-1,47 1,890-7,-843 10,0 1,61-12,136 4,-226 6,42 1,25-10,122 2,-174 7,61 2,195 3,-93 4,108-11,-220-8,-40 1,135 2,-164 7,51 2,657-11,-788 0,0 0,22-6,-22 4,1 0,20 0,15 3,-37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20.22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89,'1146'0,"-988"9,-2 0,-68-8,152 20,-173-13,94-1,16 1,249 1,-258-11,2651 2,-2803-1,-1 0,24-6,-24 4,1 0,23-1,95 7,100-5,-168-6,-32 3,41 0,697 6,-742-3,35-5,-35 2,34 1,34 5,73-2,-107-8,-40 6,42-3,41 8,119-4,-168-6,-36 4,39-1,-33 3,39-7,-23 2,2-1,-29 5,0 0,25-1,34 6,59-4,-110-1,37-10,-42 7,1 2,0 0,22 0,45 4,-73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22.53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20,'1310'0,"-1146"-9,-4-1,2262 9,-1135 3,-1272-2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23.31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55,'45'9,"-3"-1,223-6,-135-3,3-8,3 0,1369 9,-1358-9,-3 0,44 11,152-4,-244-5,83-3,503 10,-658-1,36-6,13-2,526 7,-306 4,-100-2,-178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28.10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0 246,'92'2,"98"-4,-138-7,-37 6,0 0,25-1,73 6,79-3,-121-8,-39 5,34-1,78 7,110-4,-168-5,54-3,-11 1,6 0,-47 10,404-14,-250 7,-153 7,97-11,84-11,54 15,-186 8,84-15,-123 6,110 8,-76 1,96-16,96 8,-185 8,849-2,-846-9,-2 0,1300 10,-1321-10,-1 0,3 10,-11 0,112-13,-108 4,142 7,-109 3,1297-2,-1427-1,-1 0,23-6,29-2,-44 8,-4 1,1 0,-1-2,0-1,28-7,-91 8,26 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29.5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1 229,'139'2,"150"-5,-216-5,-38 4,40-1,81-7,-99 6,-1-2,-34 4,40-2,113-11,-47 9,25-1,-130 8,-1-2,0 0,29-8,-26 5,1 2,29-3,22 6,-31 0,62-7,90-13,-131 11,78-2,-101 12,-21 1,0-2,-1 0,42-8,10-2,-16 4,-32 4,1 0,30 2,-34 2,1-2,-1-1,32-6,7 1,-47 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30.04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0,'14'1,"-1"0,23 6,23 2,16-9,-37-1,-1 2,61 9,-53-4,0-3,1-1,46-4,-5 0,1034 2,-1097-1,37-7,-36 4,40-1,565 5,-616 0,0-2,21-4,7-1,-27 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30.66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0 159,'1770'0,"-1479"-24,-170 10,220-7,-190 14,207-10,-146 11,58-3,-38 0,-7 0,173 3,-98 5,-174-7,55-2,-26 2,-1-1,320 10,-481-1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31.94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0 159,'45'-9,"-3"1,-3 6,-9 1,43-7,-24 2,-1 2,97 5,-50 1,76 0,179-5,-261-5,41-1,-59 9,26 1,100-12,-125 5,93 6,13-1,-81-8,62-1,-21 12,153-4,-196-6,55-1,14 0,4 1,235 8,-374-1,37-7,-37 4,40-1,280 6,-345-1,0 0,1 0,-1 0,0-1,0 1,0-1,0 0,0 0,0-1,0 1,3-3,-9 3,0 0,0 0,-1 0,1 0,0 1,-1-1,1 1,-1-1,1 1,-1 0,-2 0,-67 0,55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7.87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1,'100'-1,"107"3,-133 6,27 1,207 19,-67-2,-146-20,126 5,-105-6,132 24,-55-4,127 12,259 20,-394-46,559 17,-346-15,-230-8,56 5,-104-2,136-7,-108-3,10 2,-143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8.68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1,'22'1,"39"7,-39-4,38 2,96 2,11 1,-15 0,-4 0,57 0,-79-1,337 27,-358-25,509 31,-141-21,-212-8,574 51,-241-11,-229-30,-40-3,154 5,-165-15,-1-1,145 5,-85-8,71 4,-87 10,-72-11,15 1,-93 0,5-1,269 1,-292-11,1173 2,-1328-1,35-7,-35 4,37-1,180 6,-236-1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9.85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55,'48'1,"-20"0,0-1,0-1,0-2,30-6,-34 5,0 1,-1 0,47 3,-39 1,46-6,9-3,116 4,26-1,415-8,-409 15,3031-2,-2967 9,-9 0,383 4,-268-8,94 5,-4-3,-136-6,-34 16,-106-8,30 0,114 3,-17-8,-58-3,-145 7,64 1,1620-9,-1685-9,-2 0,22 0,9 0,-23 1,-5-1,28 10,124-2,-49-17,-144 11,100-4,897 12,-922-10,-3 0,123 11,224-4,-376-6,72-2,923 11,-953 10,-82-4,160 21,-78-7,-29-14,-92-6,95 13,131 22,-55-9,-175-21,78-3,47 5,-82 0,139-7,-107-3,160 2,-281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1.94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0 300,'1'0,"-1"-1,0 0,1 0,-1 1,0-1,1 0,-1 1,1-1,-1 0,1 1,0-1,-1 1,1-1,-1 0,1 1,0 0,0-1,-1 1,1-1,0 1,0 0,-1 0,1-1,0 1,0 0,0 0,1 0,27-3,-26 2,342-1,-175 4,4-11,8 0,1390 10,-1445 8,1 0,1662-10,-1675-8,-2 0,195-4,-161-5,67-5,8-3,-114 11,-34 4,-32 4,75-3,-69 11,0-3,91-15,-81 8,84-4,-30 5,119 3,-160 6,117-11,40-8,-165 13,106 5,27-2,-128-6,56-2,-52 11,7 0,118-12,26-11,-146 17,110 5,-75 2,-40-3,-1 0,128 14,-33 8,-41-16,-81-5,61 9,-5 0,-68-8,0 2,40 9,-41-6,-1-2,1-1,53-2,16 2,-26 5,-35-3,43-1,-52-4,1 2,44 7,-40-5,1-1,56-3,-54-1,0 2,45 6,103 17,-94-19,38 4,-77-3,100-2,-96-5,83 9,-86-2,63-3,-65-3,74 9,-54-2,1-3,76-6,-34 0,1644 2,-1726 1,37 7,32 2,77-13,133 5,-226 5,112 4,-139-10,73 11,-28-6,-65-5,40 6,-8 4,141 3,83-1,90-7,-221-8,1833 2,-1870 9,0 1,-16-2,8 1,111 4,24 2,-209-10,204 14,-86-10,-1 0,1433-10,-1483 10,4 1,835-11,-930 0,0-2,-1 0,22-7,-24 5,27-5,-190 74,100-43,32-14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4.31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0 388,'1'1,"-1"0,0-1,1 1,-1 0,0 0,1-1,-1 1,1 0,-1-1,1 1,0-1,-1 1,1 0,0-1,-1 1,1-1,0 0,-1 1,1-1,0 0,0 1,0-1,-1 0,1 0,0 0,0 1,1-1,27 3,-26-3,24 1,-6 0,0 1,25 5,-3 2,-1-2,1-2,65-1,843-4,-750 9,-4 0,1985-9,-999-1,-965-8,-6 0,-71 10,304-12,-85 4,-86 6,-153-7,60-1,2212 9,-2259-9,-4 0,135-3,-104 5,21-1,-44-3,61-10,-143 14,-1 3,58 2,70-6,-92-1,75-12,45-1,-158 18,116-11,239-9,-260 15,-7 0,218-12,-210 8,-83 8,174-8,-193 14,320-11,223-16,-168-6,-101 11,-189 13,-12 0,25-1,20 0,465 10,-607-3,40-6,18-1,495 8,-280 2,-281-1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5.57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0 248,'33'0,"0"-1,0-2,-1-1,48-12,-50 10,0 1,36-2,7-1,-29 2,48-8,152-4,-212 17,38-7,31-1,-2 10,-7 0,108-13,11-5,163-19,-209 29,-6 1,-63-4,93-14,-110 15,1 3,116 7,-68 2,-80-3,239-11,-168 2,138 9,-109 2,347-2,-492 0,0-1,0 1,0 0,1 1,-1-1,0 0,0 1,0 0,0-1,0 1,-1 0,1 1,0-1,0 0,-1 1,1 0,0-1,-1 1,0 0,4 5,-1 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6.37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1 282,'177'2,"184"-5,-150-13,93-2,40-6,-315 21,272-6,-43 4,201-9,47-3,114-15,-228 16,224-4,-349 11,-4 0,303-4,64 7,-361 8,1591-2,-1671-9,-4 0,15 10,156-2,-224-7,74-2,-89 11,333-12,60 2,-308 12,489-3,-585-9,-8 0,715 7,-398 4,-400-2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7.7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1 142,'746'0,"-587"-9,-3 0,160 11,219-4,-359-6,107-1,1063 10,-1085-11,-8 1,87 11,259-3,-404-8,120-1,-51 12,287-4,-372-6,91-1,1814 10,-1920 8,-6 0,2703-9,-1342-1,-1342-8,4 0,3210 10,-3184-10,-6-1,149-2,0-6,196 12,-310 8,2284-2,-2317 9,-7 0,2188-9,-2151 9,-5 0,1389-10,-1602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09.65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1 420,'34'2,"35"5,-36-2,41-1,-36-2,0 2,49 10,13 2,155 1,71-4,11 2,288 9,2541-24,-2966-9,-2 0,276-9,-44 1,-195 18,419-12,-156-10,-217 6,226-10,-335 17,102-1,260-13,-328 10,-128 7,313-9,-21 1,46-4,-308 9,188-6,130 1,-85-1,-145 5,115-12,-24-1,-208 17,103 0,43-3,121-13,14 17,-65 4,-161-8,62-2,-65 11,329-12,57-27,-504 37,195-4,31-4,4 2,22-3,216 1,-292 11,3788-2,-3741-9,-5 0,2759 10,-2798 8,1 0,-12-11,196 4,-249 6,61 1,948-9,-1000-9,-2 0,145-9,-162 9,6 0,55-4,-128 8,-33 1,-18 4,0 0,0 0,0 0,0 0,0-1,0 1,0 0,0 0,1 0,-1 0,0 0,0 0,0-1,0 1,0 0,0 0,0 0,0 0,0 0,0 0,0-1,0 1,0 0,0 0,0 0,0 0,0 0,0 0,-1-1,1 1,0 0,0 0,0 0,0 0,0 0,0 0,0 0,0-1,0 1,0 0,-1 0,1 0,0 0,0 0,0 0,0 0,0 0,0 0,0 0,-1 0,1 0,0 0,-3-1,0-1,0 1,0 1,0-1,0 0,0 1,-1 0,-3 0,-141 16,10 0,-148 13,205-19,39-4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5:10.67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0 352,'20'0,"52"0,98-11,-131 6,46 1,29-4,46-2,-18 2,120-10,161 9,-253 11,224-15,-217 7,39-3,83-11,301-31,-478 40,391-19,-164 10,-169 5,-102 10,219-8,775 13,-894-9,2 0,-106 10,232-11,-138 1,-4 0,4 2,-112 7,83-10,-83 4,0 3,70 4,41-1,-98-8,-45 4,38-1,663 6,-711-1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39.63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1,'229'13,"3"10,184 18,-232-19,445 19,-205-12,-196-8,292 20,-230-11,21 1,385 31,-412-41,-49-5,477 29,-271-30,259-9,-400-8,142 2,-339-9,-68 4,36 1,-61 3,0 0,0 0,-1-1,11-3,-9 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41.001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2,'91'-1,"99"3,-118 6,45 1,139 4,139 2,240 21,-512-29,169 13,65 3,88 10,263 11,-377-25,46 0,-87-3,-106-2,280 1,164 10,-442-18,122 2,-69 0,-4 0,40 1,-115-1,147 8,-191-9,70 1,-21 0,8-1,85 10,5-1,-140-19,157 4,-69 16,-125-11,130 4,-63-3,-8 1,-93-6,67 12,-66-7,63 1,28 0,13-1,2263-9,-2395 0,38-7,-38 5,40-3,-44 6,31 1,0-2,0-2,53-12,-14 1,0 3,181 3,-252 7,0-2,0 0,39-11,-46 10,0 1,1 0,19-2,-19 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42.688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0 218,'14'-1,"-1"0,23-6,19-2,348 7,-208 4,-85-4,118 4,-136 7,48 1,142 2,52-5,-190-10,105 17,-16-7,4 0,183 3,-21-2,145 0,-329-10,1020 2,-1085 9,-4 0,1306-9,-1338-9,-17 1,41-1,36-1,59-7,3-1,-62 10,-5-1,-106 9,257-10,42-1,-37 4,163-2,-296 11,37-11,12 0,-24-1,-32 1,-4 1,58-13,142 16,-217 7,2150-2,-2180-10,6 1,-74 10,0 1,0-4,69-9,-72 5,0 2,80 5,-38 1,-47-3,77-11,-87 7,71 3,-72 3,79-10,-59 0,90-17,-142 23,-1 2,1-1,27 3,-27-1,0 0,0 0,21-5,-21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43.91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1 351,'2146'0,"-1969"-9,-4 0,23 10,326-12,-309 3,7-1,226 2,-116 6,-187-7,69-2,2110 11,-2280-3,81-15,-8 0,134-27,-108 16,-91 18,-6 2,-1 1,66-2,-89 9,-1-1,1-1,0-1,33-10,-21 7,1 0,-1 3,1 0,51 3,-39 1,71-8,51-20,-121 20,-27 3,0 1,22 0,20 3,86-12,74-11,-82 6,-176 21,25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45.4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2,'127'-2,"140"4,-165 7,53 1,227 3,-46 4,-37-11,39 2,325 1,-399-11,228 14,-446-10,886 4,-530-8,6436 2,-6660-9,-5-1,1258 11,-1286 9,-55-2,-15-2,191 5,1301-11,-1534-1,34-7,33-1,-84 9,46-1,66-8,-78 5,91 3,21-1,-90-13,-59 13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46.93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0 422,'68'-17,"183"14,-136 5,4742-2,-4667-9,1-1,-12 2,2-1,4417 10,-4438-10,-6 0,733 9,-736-9,-5 0,1329 10,-1291-11,-79 2,0 1,142-4,19-2,-108 7,28-2,243-1,-260 11,902-2,-914-9,-14 0,130-9,-240 15,203-11,-199 10,42-10,-43 7,53-3,146-7,96-1,-97 0,-140 8,-6 0,86-6,-18 8,16-1,87-4,-163 7,109 6,-76 3,-8-13,1 1,-10 1,-1-1,-93 8,0-1,20-4,34-2,104 8,-206 0,14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0.79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0,'1392'0,"-1234"9,-14 0,176 9,-143-9,9 0,220 4,110-7,-296-8,1913 2,-2103 1,37 7,-36-4,34 1,232 8,-43 4,141 5,-254-13,-6 0,536-10,-559 10,4 1,-12-12,112 3,-145 8,-37-5,41 1,60 3,8 1,133 4,-189-7,108-6,-74-2,40 11,10 0,-138-9,35-1,109 12,-114-5,125-4,-12-2,-98 9,-46-5,39 1,63-7,149 3,-112 17,-9 0,-95-11,48 3,-54-10,80 10,47 8,-133-12,66-2,40 3,64 11,-131-12,100-6,23 1,-116 7,55 2,4199-11,-4338 0,0-1,21-4,29-3,-55 8,-1-1,23-5,-32 6,10-2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2.51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1 176,'21'-1,"1"-1,-1-2,32-8,24-4,47-9,-63 12,-17 6,63-2,3 0,124-16,-73 8,-85 9,85-2,1943 10,-1999-9,-69 5,36-1,229 6,-286-1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4T09:14:53.56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0 334,'116'2,"121"-4,-84-15,36-1,155 0,-50 1,146-1,-243 10,137-2,-241 11,573-11,-19-11,-37 17,-111 4,-274-8,118-2,458-9,-358 6,-216 10,-10-5,94-2,-122 11,475-11,61 1,-437 11,764-2,-805-18,6 0,-27 1,1-1,373 19,-578-2,38-7,-38 4,39-2,373 7,-418-2,0 0,22-6,-22 4,1 0,20 0,8 3,-62 2,0 0,0 1,-23 7,-35 6,55-14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3A28-7A5D-0FB9-53FE-A907FEFBC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0C68A-AEB6-EADE-ADC5-E37ED2780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47AB2-E380-F3B6-F0A7-7A3FCB93C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7161E-B7ED-2D6E-6E3D-D03C8E58F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FAB29-9E4D-AA65-68B1-A389AE45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00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89D6-37F7-C868-82E2-D4E513BD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34F6-A2EC-0C69-6354-C7387E0AD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A828A-CD01-40A1-309F-862C3062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36980-DF86-0EEC-A7CA-615FADCB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3F40A-E2BF-32C6-4E8D-D2EB74E5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5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CAF0-EB91-0950-81C5-4AF57834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E9416-C8FA-8083-B930-F03101404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B3AE-1C30-5217-4E7C-0BA07A35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8496F-E90D-CB41-C1CA-7594C9F8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7B2B0-0977-14F8-AAE3-95CF6F18E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2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695C-79C2-23F4-6B4A-151BB6FF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E2827-050A-D424-C464-068CEE468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FE651-D2C4-B43A-3525-6B640FE47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57AB5-C479-1FFA-0F1D-CD65C691B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FA00-94B7-052B-A3F8-59EB9AAC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16493-9E66-825A-079C-1BE77118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0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99D7-1C9E-42BE-15C2-9FB366BD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915A3-C90F-CA22-590C-473288A19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ECC2E-691B-F0C2-5E57-E7677EF68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170C27-3FBD-1E99-0FDE-A573BF03A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4580E-FCB7-F450-7208-E28425AB9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342B0-7476-EB97-ED9B-2545D737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580D7-9040-9B5E-1FB1-596591255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10357-91A6-8013-6D70-43E95C26D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9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54E7-090D-846F-698C-F2A9D0B3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04ACF1-0804-00F6-3B1F-860FACB90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4AB2A-D105-69E2-4EF5-CA463FB9D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C4D8B-D830-1900-F64B-78804C05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0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ED0E3-5DE3-52FC-75C1-7B01C15A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072B94-61D8-74EB-28FF-43276B18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92C42-B3C2-07FB-7A2B-2DFEDCF6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6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3B3C-C7C2-4075-2D64-C340713B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93124-3B81-60E0-9E71-A610C8EB6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04220-B193-DEF8-84B7-1FF161643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7491F-1BE1-6FED-E42F-460761C4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C1C29-52F8-49A8-E84F-66F237D0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4F2B4-7018-B18A-AE6D-55A7714D8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4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87D8-5E04-EBC6-0987-10949645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F58C49-72AF-B09B-C847-2905B331D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47E91-4A28-AF5C-201E-2DF803003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2D806-E91A-7A87-6AA2-AD435899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2DDF3-69FC-79C1-BD93-84BCA5E6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46FFE-8D7E-539E-366F-EA8633461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6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C1AE-279E-F12A-4D64-C5AEE9C9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2D2DB-D94B-910A-8736-1D7984B87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55F3C-DC5D-A0CB-88AD-DDF1E8E5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360D-0E27-0BF0-B103-0FEB8E12E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60AB6-59C7-22BE-9850-C574BF36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A571D1-7AE5-C234-97CB-4F55B3A08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ED24C-1A9A-DAA6-5499-2B15E7032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BEE3-2AEA-DFB9-C82F-9F7211E99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5094-DE64-DF48-48B8-129842E9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490F2-E7F2-6CD3-3E88-AB03E3F6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0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1EBAC-EB16-603D-66A2-72771A16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342EF-1774-CB83-9216-67B2BCF5F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FEAC8-DED2-54A3-ECB5-B4E26BF82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D6A0F-6E79-45A9-AD2F-14FC5E0A112D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EE8DB-B27B-6481-B276-F087F586D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BBEE7-5944-80EC-5EDB-BAA397C2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5375D-758C-438B-B133-AB45A50DCB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2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customXml" Target="../ink/ink10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17.xml"/><Relationship Id="rId18" Type="http://schemas.openxmlformats.org/officeDocument/2006/relationships/image" Target="../media/image22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9.png"/><Relationship Id="rId17" Type="http://schemas.openxmlformats.org/officeDocument/2006/relationships/customXml" Target="../ink/ink19.xml"/><Relationship Id="rId2" Type="http://schemas.openxmlformats.org/officeDocument/2006/relationships/image" Target="../media/image14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15.xml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25.xml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12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customXml" Target="../ink/ink24.xml"/><Relationship Id="rId5" Type="http://schemas.openxmlformats.org/officeDocument/2006/relationships/customXml" Target="../ink/ink21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23.xml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customXml" Target="../ink/ink31.xml"/><Relationship Id="rId18" Type="http://schemas.openxmlformats.org/officeDocument/2006/relationships/image" Target="../media/image38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35.png"/><Relationship Id="rId17" Type="http://schemas.openxmlformats.org/officeDocument/2006/relationships/customXml" Target="../ink/ink33.xml"/><Relationship Id="rId2" Type="http://schemas.openxmlformats.org/officeDocument/2006/relationships/image" Target="../media/image30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customXml" Target="../ink/ink29.xml"/><Relationship Id="rId14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12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customXml" Target="../ink/ink38.xml"/><Relationship Id="rId5" Type="http://schemas.openxmlformats.org/officeDocument/2006/relationships/customXml" Target="../ink/ink35.xml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customXml" Target="../ink/ink3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customXml" Target="../ink/ink40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customXml" Target="../ink/ink47.xml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12" Type="http://schemas.openxmlformats.org/officeDocument/2006/relationships/image" Target="../media/image54.png"/><Relationship Id="rId2" Type="http://schemas.openxmlformats.org/officeDocument/2006/relationships/image" Target="../media/image49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customXml" Target="../ink/ink46.xml"/><Relationship Id="rId5" Type="http://schemas.openxmlformats.org/officeDocument/2006/relationships/customXml" Target="../ink/ink43.xml"/><Relationship Id="rId15" Type="http://schemas.openxmlformats.org/officeDocument/2006/relationships/customXml" Target="../ink/ink48.xml"/><Relationship Id="rId10" Type="http://schemas.openxmlformats.org/officeDocument/2006/relationships/image" Target="../media/image53.png"/><Relationship Id="rId4" Type="http://schemas.openxmlformats.org/officeDocument/2006/relationships/image" Target="../media/image50.png"/><Relationship Id="rId9" Type="http://schemas.openxmlformats.org/officeDocument/2006/relationships/customXml" Target="../ink/ink45.xml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customXml" Target="../ink/ink50.xml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customXml" Target="../ink/ink5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customXml" Target="../ink/ink58.xml"/><Relationship Id="rId18" Type="http://schemas.openxmlformats.org/officeDocument/2006/relationships/image" Target="../media/image71.png"/><Relationship Id="rId3" Type="http://schemas.openxmlformats.org/officeDocument/2006/relationships/customXml" Target="../ink/ink53.xml"/><Relationship Id="rId21" Type="http://schemas.openxmlformats.org/officeDocument/2006/relationships/customXml" Target="../ink/ink62.xml"/><Relationship Id="rId7" Type="http://schemas.openxmlformats.org/officeDocument/2006/relationships/customXml" Target="../ink/ink55.xml"/><Relationship Id="rId12" Type="http://schemas.openxmlformats.org/officeDocument/2006/relationships/image" Target="../media/image68.png"/><Relationship Id="rId17" Type="http://schemas.openxmlformats.org/officeDocument/2006/relationships/customXml" Target="../ink/ink60.xml"/><Relationship Id="rId2" Type="http://schemas.openxmlformats.org/officeDocument/2006/relationships/image" Target="../media/image63.png"/><Relationship Id="rId16" Type="http://schemas.openxmlformats.org/officeDocument/2006/relationships/image" Target="../media/image70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customXml" Target="../ink/ink57.xml"/><Relationship Id="rId24" Type="http://schemas.openxmlformats.org/officeDocument/2006/relationships/image" Target="../media/image74.png"/><Relationship Id="rId5" Type="http://schemas.openxmlformats.org/officeDocument/2006/relationships/customXml" Target="../ink/ink54.xml"/><Relationship Id="rId15" Type="http://schemas.openxmlformats.org/officeDocument/2006/relationships/customXml" Target="../ink/ink59.xml"/><Relationship Id="rId23" Type="http://schemas.openxmlformats.org/officeDocument/2006/relationships/customXml" Target="../ink/ink63.xml"/><Relationship Id="rId10" Type="http://schemas.openxmlformats.org/officeDocument/2006/relationships/image" Target="../media/image67.png"/><Relationship Id="rId19" Type="http://schemas.openxmlformats.org/officeDocument/2006/relationships/customXml" Target="../ink/ink61.xml"/><Relationship Id="rId4" Type="http://schemas.openxmlformats.org/officeDocument/2006/relationships/image" Target="../media/image64.png"/><Relationship Id="rId9" Type="http://schemas.openxmlformats.org/officeDocument/2006/relationships/customXml" Target="../ink/ink56.xml"/><Relationship Id="rId14" Type="http://schemas.openxmlformats.org/officeDocument/2006/relationships/image" Target="../media/image69.png"/><Relationship Id="rId22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customXml" Target="../ink/ink69.xml"/><Relationship Id="rId18" Type="http://schemas.openxmlformats.org/officeDocument/2006/relationships/image" Target="../media/image83.png"/><Relationship Id="rId3" Type="http://schemas.openxmlformats.org/officeDocument/2006/relationships/customXml" Target="../ink/ink64.xml"/><Relationship Id="rId21" Type="http://schemas.openxmlformats.org/officeDocument/2006/relationships/customXml" Target="../ink/ink73.xml"/><Relationship Id="rId7" Type="http://schemas.openxmlformats.org/officeDocument/2006/relationships/customXml" Target="../ink/ink66.xml"/><Relationship Id="rId12" Type="http://schemas.openxmlformats.org/officeDocument/2006/relationships/image" Target="../media/image80.png"/><Relationship Id="rId17" Type="http://schemas.openxmlformats.org/officeDocument/2006/relationships/customXml" Target="../ink/ink71.xml"/><Relationship Id="rId2" Type="http://schemas.openxmlformats.org/officeDocument/2006/relationships/image" Target="../media/image75.png"/><Relationship Id="rId16" Type="http://schemas.openxmlformats.org/officeDocument/2006/relationships/image" Target="../media/image8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customXml" Target="../ink/ink68.xml"/><Relationship Id="rId24" Type="http://schemas.openxmlformats.org/officeDocument/2006/relationships/image" Target="../media/image86.png"/><Relationship Id="rId5" Type="http://schemas.openxmlformats.org/officeDocument/2006/relationships/customXml" Target="../ink/ink65.xml"/><Relationship Id="rId15" Type="http://schemas.openxmlformats.org/officeDocument/2006/relationships/customXml" Target="../ink/ink70.xml"/><Relationship Id="rId23" Type="http://schemas.openxmlformats.org/officeDocument/2006/relationships/customXml" Target="../ink/ink74.xml"/><Relationship Id="rId10" Type="http://schemas.openxmlformats.org/officeDocument/2006/relationships/image" Target="../media/image79.png"/><Relationship Id="rId19" Type="http://schemas.openxmlformats.org/officeDocument/2006/relationships/customXml" Target="../ink/ink72.xml"/><Relationship Id="rId4" Type="http://schemas.openxmlformats.org/officeDocument/2006/relationships/image" Target="../media/image76.png"/><Relationship Id="rId9" Type="http://schemas.openxmlformats.org/officeDocument/2006/relationships/customXml" Target="../ink/ink67.xml"/><Relationship Id="rId14" Type="http://schemas.openxmlformats.org/officeDocument/2006/relationships/image" Target="../media/image81.png"/><Relationship Id="rId22" Type="http://schemas.openxmlformats.org/officeDocument/2006/relationships/image" Target="../media/image8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customXml" Target="../ink/ink80.xml"/><Relationship Id="rId18" Type="http://schemas.openxmlformats.org/officeDocument/2006/relationships/image" Target="../media/image95.png"/><Relationship Id="rId3" Type="http://schemas.openxmlformats.org/officeDocument/2006/relationships/customXml" Target="../ink/ink75.xml"/><Relationship Id="rId21" Type="http://schemas.openxmlformats.org/officeDocument/2006/relationships/customXml" Target="../ink/ink84.xml"/><Relationship Id="rId7" Type="http://schemas.openxmlformats.org/officeDocument/2006/relationships/customXml" Target="../ink/ink77.xml"/><Relationship Id="rId12" Type="http://schemas.openxmlformats.org/officeDocument/2006/relationships/image" Target="../media/image92.png"/><Relationship Id="rId17" Type="http://schemas.openxmlformats.org/officeDocument/2006/relationships/customXml" Target="../ink/ink82.xml"/><Relationship Id="rId2" Type="http://schemas.openxmlformats.org/officeDocument/2006/relationships/image" Target="../media/image87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customXml" Target="../ink/ink79.xml"/><Relationship Id="rId5" Type="http://schemas.openxmlformats.org/officeDocument/2006/relationships/customXml" Target="../ink/ink76.xml"/><Relationship Id="rId15" Type="http://schemas.openxmlformats.org/officeDocument/2006/relationships/customXml" Target="../ink/ink81.xml"/><Relationship Id="rId10" Type="http://schemas.openxmlformats.org/officeDocument/2006/relationships/image" Target="../media/image91.png"/><Relationship Id="rId19" Type="http://schemas.openxmlformats.org/officeDocument/2006/relationships/customXml" Target="../ink/ink83.xml"/><Relationship Id="rId4" Type="http://schemas.openxmlformats.org/officeDocument/2006/relationships/image" Target="../media/image88.png"/><Relationship Id="rId9" Type="http://schemas.openxmlformats.org/officeDocument/2006/relationships/customXml" Target="../ink/ink78.xml"/><Relationship Id="rId14" Type="http://schemas.openxmlformats.org/officeDocument/2006/relationships/image" Target="../media/image93.png"/><Relationship Id="rId22" Type="http://schemas.openxmlformats.org/officeDocument/2006/relationships/image" Target="../media/image9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customXml" Target="../ink/ink90.xml"/><Relationship Id="rId18" Type="http://schemas.openxmlformats.org/officeDocument/2006/relationships/image" Target="../media/image106.png"/><Relationship Id="rId3" Type="http://schemas.openxmlformats.org/officeDocument/2006/relationships/customXml" Target="../ink/ink85.xml"/><Relationship Id="rId21" Type="http://schemas.openxmlformats.org/officeDocument/2006/relationships/customXml" Target="../ink/ink94.xml"/><Relationship Id="rId7" Type="http://schemas.openxmlformats.org/officeDocument/2006/relationships/customXml" Target="../ink/ink87.xml"/><Relationship Id="rId12" Type="http://schemas.openxmlformats.org/officeDocument/2006/relationships/image" Target="../media/image103.png"/><Relationship Id="rId17" Type="http://schemas.openxmlformats.org/officeDocument/2006/relationships/customXml" Target="../ink/ink92.xml"/><Relationship Id="rId2" Type="http://schemas.openxmlformats.org/officeDocument/2006/relationships/image" Target="../media/image98.png"/><Relationship Id="rId16" Type="http://schemas.openxmlformats.org/officeDocument/2006/relationships/image" Target="../media/image105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customXml" Target="../ink/ink89.xml"/><Relationship Id="rId5" Type="http://schemas.openxmlformats.org/officeDocument/2006/relationships/customXml" Target="../ink/ink86.xml"/><Relationship Id="rId15" Type="http://schemas.openxmlformats.org/officeDocument/2006/relationships/customXml" Target="../ink/ink91.xml"/><Relationship Id="rId10" Type="http://schemas.openxmlformats.org/officeDocument/2006/relationships/image" Target="../media/image102.png"/><Relationship Id="rId19" Type="http://schemas.openxmlformats.org/officeDocument/2006/relationships/customXml" Target="../ink/ink93.xml"/><Relationship Id="rId4" Type="http://schemas.openxmlformats.org/officeDocument/2006/relationships/image" Target="../media/image99.png"/><Relationship Id="rId9" Type="http://schemas.openxmlformats.org/officeDocument/2006/relationships/customXml" Target="../ink/ink88.xml"/><Relationship Id="rId14" Type="http://schemas.openxmlformats.org/officeDocument/2006/relationships/image" Target="../media/image104.png"/><Relationship Id="rId22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customXml" Target="../ink/ink100.xml"/><Relationship Id="rId3" Type="http://schemas.openxmlformats.org/officeDocument/2006/relationships/customXml" Target="../ink/ink95.xml"/><Relationship Id="rId7" Type="http://schemas.openxmlformats.org/officeDocument/2006/relationships/customXml" Target="../ink/ink97.xml"/><Relationship Id="rId12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customXml" Target="../ink/ink99.xml"/><Relationship Id="rId5" Type="http://schemas.openxmlformats.org/officeDocument/2006/relationships/customXml" Target="../ink/ink96.xml"/><Relationship Id="rId10" Type="http://schemas.openxmlformats.org/officeDocument/2006/relationships/image" Target="../media/image116.png"/><Relationship Id="rId4" Type="http://schemas.openxmlformats.org/officeDocument/2006/relationships/image" Target="../media/image113.png"/><Relationship Id="rId9" Type="http://schemas.openxmlformats.org/officeDocument/2006/relationships/customXml" Target="../ink/ink98.xml"/><Relationship Id="rId14" Type="http://schemas.openxmlformats.org/officeDocument/2006/relationships/image" Target="../media/image1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customXml" Target="../ink/ink101.xml"/><Relationship Id="rId7" Type="http://schemas.openxmlformats.org/officeDocument/2006/relationships/customXml" Target="../ink/ink103.xm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customXml" Target="../ink/ink102.xml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EC3EDB-3FC2-7093-BAEE-DC1686F7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91151"/>
            <a:ext cx="11819644" cy="66756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7BB52D4-FA0B-C3D2-506F-FB4B93D16587}"/>
                  </a:ext>
                </a:extLst>
              </p14:cNvPr>
              <p14:cNvContentPartPr/>
              <p14:nvPr/>
            </p14:nvContentPartPr>
            <p14:xfrm>
              <a:off x="698949" y="1146789"/>
              <a:ext cx="883080" cy="85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7BB52D4-FA0B-C3D2-506F-FB4B93D165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949" y="1056789"/>
                <a:ext cx="9727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987822-5BFF-3D1A-09A7-471496C02602}"/>
                  </a:ext>
                </a:extLst>
              </p14:cNvPr>
              <p14:cNvContentPartPr/>
              <p14:nvPr/>
            </p14:nvContentPartPr>
            <p14:xfrm>
              <a:off x="920709" y="1393389"/>
              <a:ext cx="10235160" cy="150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987822-5BFF-3D1A-09A7-471496C026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5709" y="1303174"/>
                <a:ext cx="10324800" cy="330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764B3FF-1113-F936-4528-E098DD8629B8}"/>
                  </a:ext>
                </a:extLst>
              </p14:cNvPr>
              <p14:cNvContentPartPr/>
              <p14:nvPr/>
            </p14:nvContentPartPr>
            <p14:xfrm>
              <a:off x="284949" y="1871469"/>
              <a:ext cx="3942720" cy="9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764B3FF-1113-F936-4528-E098DD8629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9953" y="1781133"/>
                <a:ext cx="4032352" cy="277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29350D-A3AC-8C4E-7205-4298AAE8D67F}"/>
                  </a:ext>
                </a:extLst>
              </p14:cNvPr>
              <p14:cNvContentPartPr/>
              <p14:nvPr/>
            </p14:nvContentPartPr>
            <p14:xfrm>
              <a:off x="474309" y="2419029"/>
              <a:ext cx="9349200" cy="26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29350D-A3AC-8C4E-7205-4298AAE8D6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9307" y="2329029"/>
                <a:ext cx="9438843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6C540C-500E-0B69-90BD-12AE0D99076E}"/>
                  </a:ext>
                </a:extLst>
              </p14:cNvPr>
              <p14:cNvContentPartPr/>
              <p14:nvPr/>
            </p14:nvContentPartPr>
            <p14:xfrm>
              <a:off x="698949" y="3479229"/>
              <a:ext cx="4867200" cy="56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6C540C-500E-0B69-90BD-12AE0D9907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3949" y="3389286"/>
                <a:ext cx="4956840" cy="746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755433-59D8-EB61-4673-A6D51913CA98}"/>
                  </a:ext>
                </a:extLst>
              </p14:cNvPr>
              <p14:cNvContentPartPr/>
              <p14:nvPr/>
            </p14:nvContentPartPr>
            <p14:xfrm>
              <a:off x="535509" y="4184829"/>
              <a:ext cx="5512680" cy="636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755433-59D8-EB61-4673-A6D51913CA9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0509" y="4094829"/>
                <a:ext cx="5602320" cy="8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6D1DBB4-57B7-29C9-1932-D29E6EF83574}"/>
                  </a:ext>
                </a:extLst>
              </p14:cNvPr>
              <p14:cNvContentPartPr/>
              <p14:nvPr/>
            </p14:nvContentPartPr>
            <p14:xfrm>
              <a:off x="4172949" y="5148549"/>
              <a:ext cx="5625000" cy="339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6D1DBB4-57B7-29C9-1932-D29E6EF835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27949" y="5058644"/>
                <a:ext cx="5714640" cy="518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84675F4-B903-C592-FE95-148F64A95180}"/>
                  </a:ext>
                </a:extLst>
              </p14:cNvPr>
              <p14:cNvContentPartPr/>
              <p14:nvPr/>
            </p14:nvContentPartPr>
            <p14:xfrm>
              <a:off x="1020069" y="5557149"/>
              <a:ext cx="4931640" cy="327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84675F4-B903-C592-FE95-148F64A9518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5069" y="5467149"/>
                <a:ext cx="5021280" cy="50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7593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B82A-72BE-E1B3-03E4-ABF43E453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1C129-CEA6-D9EF-8E57-94867901D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9" y="106392"/>
            <a:ext cx="11796782" cy="66452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303A1F-0280-48A0-649F-F5DAA9FBE4EE}"/>
                  </a:ext>
                </a:extLst>
              </p14:cNvPr>
              <p14:cNvContentPartPr/>
              <p14:nvPr/>
            </p14:nvContentPartPr>
            <p14:xfrm>
              <a:off x="843669" y="4527909"/>
              <a:ext cx="1345680" cy="150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303A1F-0280-48A0-649F-F5DAA9FBE4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8669" y="4437909"/>
                <a:ext cx="14353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BD9DFC-64C5-C9CF-0CDA-7D48BA73CB64}"/>
                  </a:ext>
                </a:extLst>
              </p14:cNvPr>
              <p14:cNvContentPartPr/>
              <p14:nvPr/>
            </p14:nvContentPartPr>
            <p14:xfrm>
              <a:off x="914229" y="4951989"/>
              <a:ext cx="1814400" cy="262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BD9DFC-64C5-C9CF-0CDA-7D48BA73CB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229" y="4862112"/>
                <a:ext cx="1904040" cy="441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260B6A-5D74-E654-E18B-1E8F396DE1F4}"/>
                  </a:ext>
                </a:extLst>
              </p14:cNvPr>
              <p14:cNvContentPartPr/>
              <p14:nvPr/>
            </p14:nvContentPartPr>
            <p14:xfrm>
              <a:off x="2705589" y="4273389"/>
              <a:ext cx="4639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260B6A-5D74-E654-E18B-1E8F396DE1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60589" y="4183389"/>
                <a:ext cx="4728960" cy="3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38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053F-637C-66CB-B943-140A3692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53EF1-2CB8-6EA7-B799-5E54BCB08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9" y="68289"/>
            <a:ext cx="11781541" cy="67214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24DC85D-73F8-723E-3AAD-5C5D2056C1B8}"/>
                  </a:ext>
                </a:extLst>
              </p14:cNvPr>
              <p14:cNvContentPartPr/>
              <p14:nvPr/>
            </p14:nvContentPartPr>
            <p14:xfrm>
              <a:off x="3100509" y="973269"/>
              <a:ext cx="2854440" cy="27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24DC85D-73F8-723E-3AAD-5C5D2056C1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5509" y="883269"/>
                <a:ext cx="294408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7666AC-DB8D-FFCE-FF0D-BA6362DA16DB}"/>
                  </a:ext>
                </a:extLst>
              </p14:cNvPr>
              <p14:cNvContentPartPr/>
              <p14:nvPr/>
            </p14:nvContentPartPr>
            <p14:xfrm>
              <a:off x="1065069" y="1227789"/>
              <a:ext cx="4925160" cy="11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7666AC-DB8D-FFCE-FF0D-BA6362DA1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0072" y="1137789"/>
                <a:ext cx="5014793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2F1D8CE-A87A-B781-6AF5-713109D348B1}"/>
                  </a:ext>
                </a:extLst>
              </p14:cNvPr>
              <p14:cNvContentPartPr/>
              <p14:nvPr/>
            </p14:nvContentPartPr>
            <p14:xfrm>
              <a:off x="1321749" y="2087469"/>
              <a:ext cx="4719600" cy="119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2F1D8CE-A87A-B781-6AF5-713109D348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6749" y="1997469"/>
                <a:ext cx="480924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3AE23AE-EA14-4924-C65D-D5F53E5F256B}"/>
                  </a:ext>
                </a:extLst>
              </p14:cNvPr>
              <p14:cNvContentPartPr/>
              <p14:nvPr/>
            </p14:nvContentPartPr>
            <p14:xfrm>
              <a:off x="1013589" y="2357109"/>
              <a:ext cx="7454880" cy="208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3AE23AE-EA14-4924-C65D-D5F53E5F25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8589" y="2267109"/>
                <a:ext cx="754452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78D5306-2A94-5EE5-1ED2-CBDC137CE5BE}"/>
                  </a:ext>
                </a:extLst>
              </p14:cNvPr>
              <p14:cNvContentPartPr/>
              <p14:nvPr/>
            </p14:nvContentPartPr>
            <p14:xfrm>
              <a:off x="7017309" y="3436749"/>
              <a:ext cx="3149640" cy="250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78D5306-2A94-5EE5-1ED2-CBDC137CE5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72314" y="3346749"/>
                <a:ext cx="323927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8DC27A-17BE-2376-9428-0EBCA3A1F539}"/>
                  </a:ext>
                </a:extLst>
              </p14:cNvPr>
              <p14:cNvContentPartPr/>
              <p14:nvPr/>
            </p14:nvContentPartPr>
            <p14:xfrm>
              <a:off x="6615909" y="3498309"/>
              <a:ext cx="3271680" cy="281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8DC27A-17BE-2376-9428-0EBCA3A1F53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0909" y="3408309"/>
                <a:ext cx="336132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B8BF92-2A66-A1E1-FE23-AFE1F5E44FD7}"/>
                  </a:ext>
                </a:extLst>
              </p14:cNvPr>
              <p14:cNvContentPartPr/>
              <p14:nvPr/>
            </p14:nvContentPartPr>
            <p14:xfrm>
              <a:off x="641349" y="3390669"/>
              <a:ext cx="4308840" cy="1814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B8BF92-2A66-A1E1-FE23-AFE1F5E44F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6349" y="3300669"/>
                <a:ext cx="43984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C7F1C5-35C3-C9DC-EA8A-BFFCB9A9B26B}"/>
                  </a:ext>
                </a:extLst>
              </p14:cNvPr>
              <p14:cNvContentPartPr/>
              <p14:nvPr/>
            </p14:nvContentPartPr>
            <p14:xfrm>
              <a:off x="724869" y="3631149"/>
              <a:ext cx="2658600" cy="156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C7F1C5-35C3-C9DC-EA8A-BFFCB9A9B26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9869" y="3541149"/>
                <a:ext cx="274824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35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8903-225D-EEAA-3655-DA8E9F0F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E8229-46DF-3479-0CC1-7FD2FA86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56858"/>
            <a:ext cx="11812024" cy="67442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33ED12-6C41-69F0-CB61-3725CDA71C91}"/>
                  </a:ext>
                </a:extLst>
              </p14:cNvPr>
              <p14:cNvContentPartPr/>
              <p14:nvPr/>
            </p14:nvContentPartPr>
            <p14:xfrm>
              <a:off x="981549" y="1108269"/>
              <a:ext cx="9939960" cy="169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33ED12-6C41-69F0-CB61-3725CDA71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547" y="1018269"/>
                <a:ext cx="10029603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135A7AB-E336-8BBD-6F54-78B9C301F5E3}"/>
                  </a:ext>
                </a:extLst>
              </p14:cNvPr>
              <p14:cNvContentPartPr/>
              <p14:nvPr/>
            </p14:nvContentPartPr>
            <p14:xfrm>
              <a:off x="878949" y="1555389"/>
              <a:ext cx="3072600" cy="14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135A7AB-E336-8BBD-6F54-78B9C301F5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954" y="1465615"/>
                <a:ext cx="3162229" cy="322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FF5BB6-8B1D-3EEF-19D7-5D7F2B202A38}"/>
                  </a:ext>
                </a:extLst>
              </p14:cNvPr>
              <p14:cNvContentPartPr/>
              <p14:nvPr/>
            </p14:nvContentPartPr>
            <p14:xfrm>
              <a:off x="1334709" y="2016549"/>
              <a:ext cx="4819320" cy="30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FF5BB6-8B1D-3EEF-19D7-5D7F2B202A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89706" y="1926655"/>
                <a:ext cx="4908967" cy="4857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26B8AA-BED8-1B13-2562-DF18F91D2862}"/>
                  </a:ext>
                </a:extLst>
              </p14:cNvPr>
              <p14:cNvContentPartPr/>
              <p14:nvPr/>
            </p14:nvContentPartPr>
            <p14:xfrm>
              <a:off x="991269" y="2284029"/>
              <a:ext cx="7024680" cy="21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26B8AA-BED8-1B13-2562-DF18F91D28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46271" y="2194176"/>
                <a:ext cx="7114315" cy="399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02A069-5623-8411-53B8-42CCE56B9F5A}"/>
                  </a:ext>
                </a:extLst>
              </p14:cNvPr>
              <p14:cNvContentPartPr/>
              <p14:nvPr/>
            </p14:nvContentPartPr>
            <p14:xfrm>
              <a:off x="3450429" y="5306589"/>
              <a:ext cx="3509280" cy="24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02A069-5623-8411-53B8-42CCE56B9F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05434" y="5216589"/>
                <a:ext cx="3598911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0767F8-4156-1BE6-C90E-43298DDA004F}"/>
                  </a:ext>
                </a:extLst>
              </p14:cNvPr>
              <p14:cNvContentPartPr/>
              <p14:nvPr/>
            </p14:nvContentPartPr>
            <p14:xfrm>
              <a:off x="6490629" y="5534109"/>
              <a:ext cx="1657080" cy="239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0767F8-4156-1BE6-C90E-43298DDA00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45619" y="5444109"/>
                <a:ext cx="1746739" cy="4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402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4E49-A65C-723C-625F-73DF8581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46F8D-449F-80F1-6090-FB96A7DD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4" y="87340"/>
            <a:ext cx="11903472" cy="6683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90E748-26A0-F842-C875-C53C56CDFCDF}"/>
                  </a:ext>
                </a:extLst>
              </p14:cNvPr>
              <p14:cNvContentPartPr/>
              <p14:nvPr/>
            </p14:nvContentPartPr>
            <p14:xfrm>
              <a:off x="1068309" y="1011789"/>
              <a:ext cx="3820680" cy="18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90E748-26A0-F842-C875-C53C56CDF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3313" y="921967"/>
                <a:ext cx="3910312" cy="360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4A4C02-690F-AAA7-DB36-BC8129A3020A}"/>
                  </a:ext>
                </a:extLst>
              </p14:cNvPr>
              <p14:cNvContentPartPr/>
              <p14:nvPr/>
            </p14:nvContentPartPr>
            <p14:xfrm>
              <a:off x="988029" y="1562949"/>
              <a:ext cx="2963520" cy="85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4A4C02-690F-AAA7-DB36-BC8129A302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3034" y="1472568"/>
                <a:ext cx="3053149" cy="2657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07E9EE8-A770-088E-8604-560DA127C5EA}"/>
                  </a:ext>
                </a:extLst>
              </p14:cNvPr>
              <p14:cNvContentPartPr/>
              <p14:nvPr/>
            </p14:nvContentPartPr>
            <p14:xfrm>
              <a:off x="4878909" y="1377909"/>
              <a:ext cx="6363360" cy="26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07E9EE8-A770-088E-8604-560DA127C5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3909" y="1287909"/>
                <a:ext cx="645300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84C5CF8-262C-4063-1547-86BD11A35DE1}"/>
                  </a:ext>
                </a:extLst>
              </p14:cNvPr>
              <p14:cNvContentPartPr/>
              <p14:nvPr/>
            </p14:nvContentPartPr>
            <p14:xfrm>
              <a:off x="1048869" y="1551429"/>
              <a:ext cx="4000680" cy="416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84C5CF8-262C-4063-1547-86BD11A35D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3869" y="1461351"/>
                <a:ext cx="4090320" cy="596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6F8D6-EF14-58F6-616D-885CD38AF16A}"/>
                  </a:ext>
                </a:extLst>
              </p14:cNvPr>
              <p14:cNvContentPartPr/>
              <p14:nvPr/>
            </p14:nvContentPartPr>
            <p14:xfrm>
              <a:off x="833949" y="3417309"/>
              <a:ext cx="4196520" cy="64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6F8D6-EF14-58F6-616D-885CD38AF16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8949" y="3327309"/>
                <a:ext cx="4286160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92A71BD-3026-FB44-6739-AE26711C294A}"/>
                  </a:ext>
                </a:extLst>
              </p14:cNvPr>
              <p14:cNvContentPartPr/>
              <p14:nvPr/>
            </p14:nvContentPartPr>
            <p14:xfrm>
              <a:off x="975069" y="3517749"/>
              <a:ext cx="1753200" cy="263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92A71BD-3026-FB44-6739-AE26711C294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0069" y="3427749"/>
                <a:ext cx="184284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610F6E-6705-D100-C817-52AD0802D971}"/>
                  </a:ext>
                </a:extLst>
              </p14:cNvPr>
              <p14:cNvContentPartPr/>
              <p14:nvPr/>
            </p14:nvContentPartPr>
            <p14:xfrm>
              <a:off x="6734709" y="3317229"/>
              <a:ext cx="4674600" cy="432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610F6E-6705-D100-C817-52AD0802D97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89712" y="3227229"/>
                <a:ext cx="4764233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B3EDF56-01C3-B2B0-EE4A-7E79EC390062}"/>
                  </a:ext>
                </a:extLst>
              </p14:cNvPr>
              <p14:cNvContentPartPr/>
              <p14:nvPr/>
            </p14:nvContentPartPr>
            <p14:xfrm>
              <a:off x="6718149" y="3621789"/>
              <a:ext cx="3904920" cy="270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B3EDF56-01C3-B2B0-EE4A-7E79EC39006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73149" y="3531669"/>
                <a:ext cx="3994560" cy="45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228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1D36-D2B1-86F1-FD98-E2F761F6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CADAEB-7B77-D072-AF10-D8200634A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75909"/>
            <a:ext cx="11819644" cy="67061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5FF430-AB9F-61DF-5DEB-CAE7CE0E6561}"/>
                  </a:ext>
                </a:extLst>
              </p14:cNvPr>
              <p14:cNvContentPartPr/>
              <p14:nvPr/>
            </p14:nvContentPartPr>
            <p14:xfrm>
              <a:off x="965709" y="992349"/>
              <a:ext cx="5634720" cy="389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5FF430-AB9F-61DF-5DEB-CAE7CE0E65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0709" y="902266"/>
                <a:ext cx="5724360" cy="569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886195-C551-0DAE-C7EC-A7A94261301E}"/>
                  </a:ext>
                </a:extLst>
              </p14:cNvPr>
              <p14:cNvContentPartPr/>
              <p14:nvPr/>
            </p14:nvContentPartPr>
            <p14:xfrm>
              <a:off x="1363509" y="2037429"/>
              <a:ext cx="5448600" cy="304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886195-C551-0DAE-C7EC-A7A9426130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8506" y="1947429"/>
                <a:ext cx="5538246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9A73B60-1256-4ECC-F5CE-CC2F44D272DF}"/>
                  </a:ext>
                </a:extLst>
              </p14:cNvPr>
              <p14:cNvContentPartPr/>
              <p14:nvPr/>
            </p14:nvContentPartPr>
            <p14:xfrm>
              <a:off x="1238589" y="2399589"/>
              <a:ext cx="7124400" cy="230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9A73B60-1256-4ECC-F5CE-CC2F44D272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93589" y="2309448"/>
                <a:ext cx="7214040" cy="4106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F140405-917D-6CCC-7BC4-D15DE2234F25}"/>
                  </a:ext>
                </a:extLst>
              </p14:cNvPr>
              <p14:cNvContentPartPr/>
              <p14:nvPr/>
            </p14:nvContentPartPr>
            <p14:xfrm>
              <a:off x="53829" y="3899349"/>
              <a:ext cx="6395400" cy="621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F140405-917D-6CCC-7BC4-D15DE2234F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32" y="3809349"/>
                <a:ext cx="6485035" cy="80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EE6F69D-14F4-731F-D101-D75F74B285FB}"/>
                  </a:ext>
                </a:extLst>
              </p14:cNvPr>
              <p14:cNvContentPartPr/>
              <p14:nvPr/>
            </p14:nvContentPartPr>
            <p14:xfrm>
              <a:off x="7498629" y="3930309"/>
              <a:ext cx="3804840" cy="20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EE6F69D-14F4-731F-D101-D75F74B285F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53629" y="3840309"/>
                <a:ext cx="3894480" cy="38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4495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EC7F-B66D-AF5E-A622-D1D4746A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7D22E-3F1E-E62B-54C3-C128B06F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75909"/>
            <a:ext cx="11865368" cy="67061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EF57D3-C687-340F-1352-F6269EA06758}"/>
                  </a:ext>
                </a:extLst>
              </p14:cNvPr>
              <p14:cNvContentPartPr/>
              <p14:nvPr/>
            </p14:nvContentPartPr>
            <p14:xfrm>
              <a:off x="4073524" y="805941"/>
              <a:ext cx="1481400" cy="1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EF57D3-C687-340F-1352-F6269EA067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9884" y="697941"/>
                <a:ext cx="15890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41D97BD-1B88-CF5F-0AE8-F1692FBB24D7}"/>
                  </a:ext>
                </a:extLst>
              </p14:cNvPr>
              <p14:cNvContentPartPr/>
              <p14:nvPr/>
            </p14:nvContentPartPr>
            <p14:xfrm>
              <a:off x="4123924" y="1222821"/>
              <a:ext cx="1277280" cy="2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41D97BD-1B88-CF5F-0AE8-F1692FBB24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70284" y="1115181"/>
                <a:ext cx="13849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891134-4E62-9EB5-24AA-EC02496CB18A}"/>
                  </a:ext>
                </a:extLst>
              </p14:cNvPr>
              <p14:cNvContentPartPr/>
              <p14:nvPr/>
            </p14:nvContentPartPr>
            <p14:xfrm>
              <a:off x="5687764" y="1071261"/>
              <a:ext cx="2086920" cy="3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891134-4E62-9EB5-24AA-EC02496CB1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34124" y="963621"/>
                <a:ext cx="2194560" cy="2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723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5AE1-7E16-34BF-9E63-6CD290BA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F2DB30-B6CC-58F0-A6E0-8C2D9BE52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44495"/>
            <a:ext cx="11819644" cy="656900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3AF272-9535-0A2F-246E-7BA718E9FD7A}"/>
                  </a:ext>
                </a:extLst>
              </p14:cNvPr>
              <p14:cNvContentPartPr/>
              <p14:nvPr/>
            </p14:nvContentPartPr>
            <p14:xfrm>
              <a:off x="2913244" y="1153701"/>
              <a:ext cx="2086920" cy="51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3AF272-9535-0A2F-246E-7BA718E9FD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9604" y="1046061"/>
                <a:ext cx="21945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6BD892-9C6F-1C35-C152-025FD49CFC7B}"/>
                  </a:ext>
                </a:extLst>
              </p14:cNvPr>
              <p14:cNvContentPartPr/>
              <p14:nvPr/>
            </p14:nvContentPartPr>
            <p14:xfrm>
              <a:off x="6778924" y="1021581"/>
              <a:ext cx="4376160" cy="11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6BD892-9C6F-1C35-C152-025FD49CFC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5284" y="913581"/>
                <a:ext cx="44838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57DD574-44D0-B069-81E6-3993A7C74AA6}"/>
                  </a:ext>
                </a:extLst>
              </p14:cNvPr>
              <p14:cNvContentPartPr/>
              <p14:nvPr/>
            </p14:nvContentPartPr>
            <p14:xfrm>
              <a:off x="643084" y="1381221"/>
              <a:ext cx="3613680" cy="120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7DD574-44D0-B069-81E6-3993A7C74A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9084" y="1273581"/>
                <a:ext cx="37213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6235CD-F233-6465-34F8-A7E97E045EDF}"/>
                  </a:ext>
                </a:extLst>
              </p14:cNvPr>
              <p14:cNvContentPartPr/>
              <p14:nvPr/>
            </p14:nvContentPartPr>
            <p14:xfrm>
              <a:off x="6785044" y="1411821"/>
              <a:ext cx="3404880" cy="95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6235CD-F233-6465-34F8-A7E97E045ED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31404" y="1303821"/>
                <a:ext cx="35125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C74A7F-2569-0A65-D099-297CC36AF0CA}"/>
                  </a:ext>
                </a:extLst>
              </p14:cNvPr>
              <p14:cNvContentPartPr/>
              <p14:nvPr/>
            </p14:nvContentPartPr>
            <p14:xfrm>
              <a:off x="901564" y="1841301"/>
              <a:ext cx="6217560" cy="18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C74A7F-2569-0A65-D099-297CC36AF0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7924" y="1733301"/>
                <a:ext cx="632520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108FE7-4769-0EA7-CAAF-CE8E486A65A8}"/>
                  </a:ext>
                </a:extLst>
              </p14:cNvPr>
              <p14:cNvContentPartPr/>
              <p14:nvPr/>
            </p14:nvContentPartPr>
            <p14:xfrm>
              <a:off x="1248244" y="2389221"/>
              <a:ext cx="3840840" cy="64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108FE7-4769-0EA7-CAAF-CE8E486A65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94604" y="2281221"/>
                <a:ext cx="39484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1183B9C-F66E-F10C-51A2-B1135A0C9517}"/>
                  </a:ext>
                </a:extLst>
              </p14:cNvPr>
              <p14:cNvContentPartPr/>
              <p14:nvPr/>
            </p14:nvContentPartPr>
            <p14:xfrm>
              <a:off x="1279924" y="2843181"/>
              <a:ext cx="6330960" cy="83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1183B9C-F66E-F10C-51A2-B1135A0C95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6284" y="2735181"/>
                <a:ext cx="6438600" cy="29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544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48BC-83D9-E81B-AD6C-9DE4DBCF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69C80-48D9-8EBA-5E69-02FF795D5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25443"/>
            <a:ext cx="11789162" cy="66071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FD577E-3A06-B48A-8AE6-73DD39EE4333}"/>
                  </a:ext>
                </a:extLst>
              </p14:cNvPr>
              <p14:cNvContentPartPr/>
              <p14:nvPr/>
            </p14:nvContentPartPr>
            <p14:xfrm>
              <a:off x="3285484" y="3222261"/>
              <a:ext cx="1462680" cy="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FD577E-3A06-B48A-8AE6-73DD39EE43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1484" y="3114261"/>
                <a:ext cx="157032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07DAFE8-E820-19B4-EFCC-1B4B9C2E2353}"/>
                  </a:ext>
                </a:extLst>
              </p14:cNvPr>
              <p14:cNvContentPartPr/>
              <p14:nvPr/>
            </p14:nvContentPartPr>
            <p14:xfrm>
              <a:off x="2888044" y="3458061"/>
              <a:ext cx="1477800" cy="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07DAFE8-E820-19B4-EFCC-1B4B9C2E23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4044" y="3350061"/>
                <a:ext cx="158544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94D7D6-6A86-A5E7-A2F7-091AE06AFEA5}"/>
                  </a:ext>
                </a:extLst>
              </p14:cNvPr>
              <p14:cNvContentPartPr/>
              <p14:nvPr/>
            </p14:nvContentPartPr>
            <p14:xfrm>
              <a:off x="9389644" y="3165021"/>
              <a:ext cx="1751760" cy="6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94D7D6-6A86-A5E7-A2F7-091AE06AFE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36004" y="3057381"/>
                <a:ext cx="18594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DFC63F8-3E86-CA87-0226-BCA7D06F5460}"/>
                  </a:ext>
                </a:extLst>
              </p14:cNvPr>
              <p14:cNvContentPartPr/>
              <p14:nvPr/>
            </p14:nvContentPartPr>
            <p14:xfrm>
              <a:off x="9131164" y="3474261"/>
              <a:ext cx="1784520" cy="45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DFC63F8-3E86-CA87-0226-BCA7D06F54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77164" y="3366261"/>
                <a:ext cx="1892160" cy="2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447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21387-C544-DB91-C119-246CCE9B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03777-A581-8913-6A07-36B7ABB47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91151"/>
            <a:ext cx="11850127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10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8FEF-4782-00E8-AAF2-938B56E00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8F94E-FFC2-CAE4-9FF5-826A95022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106392"/>
            <a:ext cx="11812024" cy="66452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D6368A-B39A-C532-672E-703708E4CF2D}"/>
                  </a:ext>
                </a:extLst>
              </p14:cNvPr>
              <p14:cNvContentPartPr/>
              <p14:nvPr/>
            </p14:nvContentPartPr>
            <p14:xfrm>
              <a:off x="3777244" y="1071261"/>
              <a:ext cx="6531480" cy="107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D6368A-B39A-C532-672E-703708E4CF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3604" y="963261"/>
                <a:ext cx="66391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48CC90-21F8-AE47-111C-2FB2606987B3}"/>
                  </a:ext>
                </a:extLst>
              </p14:cNvPr>
              <p14:cNvContentPartPr/>
              <p14:nvPr/>
            </p14:nvContentPartPr>
            <p14:xfrm>
              <a:off x="800764" y="1582461"/>
              <a:ext cx="4483440" cy="57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48CC90-21F8-AE47-111C-2FB2606987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6764" y="1474821"/>
                <a:ext cx="45910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AFC02-FDB4-05E9-72F5-B66944D92639}"/>
                  </a:ext>
                </a:extLst>
              </p14:cNvPr>
              <p14:cNvContentPartPr/>
              <p14:nvPr/>
            </p14:nvContentPartPr>
            <p14:xfrm>
              <a:off x="3846724" y="2181501"/>
              <a:ext cx="5544000" cy="165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AFC02-FDB4-05E9-72F5-B66944D926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2724" y="2073501"/>
                <a:ext cx="56516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2946C1-B9B8-EA61-2BF2-BCB56BAF4B3C}"/>
                  </a:ext>
                </a:extLst>
              </p14:cNvPr>
              <p14:cNvContentPartPr/>
              <p14:nvPr/>
            </p14:nvContentPartPr>
            <p14:xfrm>
              <a:off x="674764" y="2711061"/>
              <a:ext cx="3316680" cy="51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2946C1-B9B8-EA61-2BF2-BCB56BAF4B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0764" y="2603421"/>
                <a:ext cx="34243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4E0717E-1CCD-6080-82FE-5D90BD4A8A36}"/>
                  </a:ext>
                </a:extLst>
              </p14:cNvPr>
              <p14:cNvContentPartPr/>
              <p14:nvPr/>
            </p14:nvContentPartPr>
            <p14:xfrm>
              <a:off x="1254724" y="2188341"/>
              <a:ext cx="2457720" cy="57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4E0717E-1CCD-6080-82FE-5D90BD4A8A3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00724" y="2080341"/>
                <a:ext cx="25653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597F674-E407-7A9A-2237-8CB917489345}"/>
                  </a:ext>
                </a:extLst>
              </p14:cNvPr>
              <p14:cNvContentPartPr/>
              <p14:nvPr/>
            </p14:nvContentPartPr>
            <p14:xfrm>
              <a:off x="1229524" y="1077381"/>
              <a:ext cx="2515680" cy="51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597F674-E407-7A9A-2237-8CB91748934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5884" y="969741"/>
                <a:ext cx="26233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F25EA0-C92F-CB69-CDB0-87011CC78A95}"/>
                  </a:ext>
                </a:extLst>
              </p14:cNvPr>
              <p14:cNvContentPartPr/>
              <p14:nvPr/>
            </p14:nvContentPartPr>
            <p14:xfrm>
              <a:off x="699964" y="3707181"/>
              <a:ext cx="4886640" cy="77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F25EA0-C92F-CB69-CDB0-87011CC78A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5964" y="3599541"/>
                <a:ext cx="49942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49B759-840E-7DB7-D8AC-2C2C00FA318F}"/>
                  </a:ext>
                </a:extLst>
              </p14:cNvPr>
              <p14:cNvContentPartPr/>
              <p14:nvPr/>
            </p14:nvContentPartPr>
            <p14:xfrm>
              <a:off x="3152644" y="3417741"/>
              <a:ext cx="2545920" cy="76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49B759-840E-7DB7-D8AC-2C2C00FA318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099004" y="3309741"/>
                <a:ext cx="26535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6D53976-0402-8BC6-B957-2C52DCAA23DF}"/>
                  </a:ext>
                </a:extLst>
              </p14:cNvPr>
              <p14:cNvContentPartPr/>
              <p14:nvPr/>
            </p14:nvContentPartPr>
            <p14:xfrm>
              <a:off x="2118724" y="3449061"/>
              <a:ext cx="1456560" cy="57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6D53976-0402-8BC6-B957-2C52DCAA23D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064724" y="3341421"/>
                <a:ext cx="15642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C466BF2-64F0-113C-16BB-FCD024C11565}"/>
                  </a:ext>
                </a:extLst>
              </p14:cNvPr>
              <p14:cNvContentPartPr/>
              <p14:nvPr/>
            </p14:nvContentPartPr>
            <p14:xfrm>
              <a:off x="6060004" y="4603221"/>
              <a:ext cx="4262760" cy="101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C466BF2-64F0-113C-16BB-FCD024C1156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06364" y="4495581"/>
                <a:ext cx="437040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95F2718-9F3A-306A-73BF-E28A15AFD543}"/>
                  </a:ext>
                </a:extLst>
              </p14:cNvPr>
              <p14:cNvContentPartPr/>
              <p14:nvPr/>
            </p14:nvContentPartPr>
            <p14:xfrm>
              <a:off x="724804" y="5006061"/>
              <a:ext cx="6911280" cy="114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95F2718-9F3A-306A-73BF-E28A15AFD54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1164" y="4898421"/>
                <a:ext cx="7018920" cy="3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55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38187-AD4E-D4B1-F411-3017DE7FD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0A5DC1-4982-553D-3163-D0743FFA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21633"/>
            <a:ext cx="11865368" cy="66147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16B7E1-AD95-941F-621C-0B8D6D416714}"/>
                  </a:ext>
                </a:extLst>
              </p14:cNvPr>
              <p14:cNvContentPartPr/>
              <p14:nvPr/>
            </p14:nvContentPartPr>
            <p14:xfrm>
              <a:off x="882484" y="964341"/>
              <a:ext cx="6558840" cy="140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16B7E1-AD95-941F-621C-0B8D6D4167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844" y="856701"/>
                <a:ext cx="666648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8CC76E-ED7D-4645-309A-A18A14971924}"/>
                  </a:ext>
                </a:extLst>
              </p14:cNvPr>
              <p14:cNvContentPartPr/>
              <p14:nvPr/>
            </p14:nvContentPartPr>
            <p14:xfrm>
              <a:off x="1292524" y="1532061"/>
              <a:ext cx="2560680" cy="1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8CC76E-ED7D-4645-309A-A18A149719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8524" y="1424421"/>
                <a:ext cx="26683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F9A7E0-67B9-446F-D624-9BF0DBA6BAF0}"/>
                  </a:ext>
                </a:extLst>
              </p14:cNvPr>
              <p14:cNvContentPartPr/>
              <p14:nvPr/>
            </p14:nvContentPartPr>
            <p14:xfrm>
              <a:off x="4622164" y="2660661"/>
              <a:ext cx="7419600" cy="108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F9A7E0-67B9-446F-D624-9BF0DBA6BAF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68524" y="2552661"/>
                <a:ext cx="752724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1147EE-6E08-87BF-EC89-FF81B6F2D9CD}"/>
                  </a:ext>
                </a:extLst>
              </p14:cNvPr>
              <p14:cNvContentPartPr/>
              <p14:nvPr/>
            </p14:nvContentPartPr>
            <p14:xfrm>
              <a:off x="630484" y="3398301"/>
              <a:ext cx="592560" cy="27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1147EE-6E08-87BF-EC89-FF81B6F2D9C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6844" y="3290301"/>
                <a:ext cx="7002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D8AAA73-06D6-A57C-07B5-1FF07038CE1A}"/>
                  </a:ext>
                </a:extLst>
              </p14:cNvPr>
              <p14:cNvContentPartPr/>
              <p14:nvPr/>
            </p14:nvContentPartPr>
            <p14:xfrm>
              <a:off x="3865444" y="3383541"/>
              <a:ext cx="1296360" cy="66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D8AAA73-06D6-A57C-07B5-1FF07038CE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11804" y="3275901"/>
                <a:ext cx="1404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04AE8B-0D51-CF8D-76F2-4A16CF4BEF06}"/>
                  </a:ext>
                </a:extLst>
              </p14:cNvPr>
              <p14:cNvContentPartPr/>
              <p14:nvPr/>
            </p14:nvContentPartPr>
            <p14:xfrm>
              <a:off x="1746484" y="3392901"/>
              <a:ext cx="857520" cy="63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04AE8B-0D51-CF8D-76F2-4A16CF4BEF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2844" y="3285261"/>
                <a:ext cx="9651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C8F19FC-9C41-D9C7-7970-17B813509F1A}"/>
                  </a:ext>
                </a:extLst>
              </p14:cNvPr>
              <p14:cNvContentPartPr/>
              <p14:nvPr/>
            </p14:nvContentPartPr>
            <p14:xfrm>
              <a:off x="693484" y="4710141"/>
              <a:ext cx="1778040" cy="32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C8F19FC-9C41-D9C7-7970-17B813509F1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9484" y="4602501"/>
                <a:ext cx="18856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C73C2F8-9678-4641-A873-D7592C50CAD5}"/>
                  </a:ext>
                </a:extLst>
              </p14:cNvPr>
              <p14:cNvContentPartPr/>
              <p14:nvPr/>
            </p14:nvContentPartPr>
            <p14:xfrm>
              <a:off x="4496164" y="4634181"/>
              <a:ext cx="1740240" cy="201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C73C2F8-9678-4641-A873-D7592C50CAD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42524" y="4526181"/>
                <a:ext cx="18478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B8CE9CF-9F4D-9B5B-77A8-64B17A0B30B5}"/>
                  </a:ext>
                </a:extLst>
              </p14:cNvPr>
              <p14:cNvContentPartPr/>
              <p14:nvPr/>
            </p14:nvContentPartPr>
            <p14:xfrm>
              <a:off x="7674604" y="4590621"/>
              <a:ext cx="611280" cy="144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B8CE9CF-9F4D-9B5B-77A8-64B17A0B30B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20604" y="4482981"/>
                <a:ext cx="718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D0C8AE-1CAA-069D-88F2-1C0F5AE9E083}"/>
                  </a:ext>
                </a:extLst>
              </p14:cNvPr>
              <p14:cNvContentPartPr/>
              <p14:nvPr/>
            </p14:nvContentPartPr>
            <p14:xfrm>
              <a:off x="851164" y="5094981"/>
              <a:ext cx="2831040" cy="114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D0C8AE-1CAA-069D-88F2-1C0F5AE9E0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7524" y="4987341"/>
                <a:ext cx="293868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EE97201-4EFB-05A6-CDCA-E174375E30EA}"/>
                  </a:ext>
                </a:extLst>
              </p14:cNvPr>
              <p14:cNvContentPartPr/>
              <p14:nvPr/>
            </p14:nvContentPartPr>
            <p14:xfrm>
              <a:off x="9736324" y="4652541"/>
              <a:ext cx="2011680" cy="20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EE97201-4EFB-05A6-CDCA-E174375E30E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682684" y="4544541"/>
                <a:ext cx="2119320" cy="23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958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11D4-0087-FA65-1DBB-05AFEABE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EC9F5-790D-6BC7-37FB-29CA6F43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4" y="129254"/>
            <a:ext cx="11911092" cy="65994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DF70C6-DEBC-96DF-06EE-F72C63E25BD6}"/>
                  </a:ext>
                </a:extLst>
              </p14:cNvPr>
              <p14:cNvContentPartPr/>
              <p14:nvPr/>
            </p14:nvContentPartPr>
            <p14:xfrm>
              <a:off x="775564" y="1103301"/>
              <a:ext cx="1311120" cy="1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DF70C6-DEBC-96DF-06EE-F72C63E25B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924" y="995301"/>
                <a:ext cx="14187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01ECB2-958B-5CD9-2E3C-CCC89629F60A}"/>
                  </a:ext>
                </a:extLst>
              </p14:cNvPr>
              <p14:cNvContentPartPr/>
              <p14:nvPr/>
            </p14:nvContentPartPr>
            <p14:xfrm>
              <a:off x="3279004" y="1109781"/>
              <a:ext cx="2105640" cy="50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01ECB2-958B-5CD9-2E3C-CCC89629F6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5364" y="1001781"/>
                <a:ext cx="221328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F5E1F3-64B7-33CB-F830-2FEE62E7B5C4}"/>
                  </a:ext>
                </a:extLst>
              </p14:cNvPr>
              <p14:cNvContentPartPr/>
              <p14:nvPr/>
            </p14:nvContentPartPr>
            <p14:xfrm>
              <a:off x="6413524" y="1071621"/>
              <a:ext cx="3209400" cy="58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F5E1F3-64B7-33CB-F830-2FEE62E7B5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59524" y="963981"/>
                <a:ext cx="33170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3DD4AA-CF63-4DCA-2377-E8208A93620A}"/>
                  </a:ext>
                </a:extLst>
              </p14:cNvPr>
              <p14:cNvContentPartPr/>
              <p14:nvPr/>
            </p14:nvContentPartPr>
            <p14:xfrm>
              <a:off x="1986244" y="1424421"/>
              <a:ext cx="1929240" cy="7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3DD4AA-CF63-4DCA-2377-E8208A9362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32604" y="1316421"/>
                <a:ext cx="2036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87FA13-A870-53AF-F5F4-A34F53D4A6EA}"/>
                  </a:ext>
                </a:extLst>
              </p14:cNvPr>
              <p14:cNvContentPartPr/>
              <p14:nvPr/>
            </p14:nvContentPartPr>
            <p14:xfrm>
              <a:off x="4433164" y="1430541"/>
              <a:ext cx="1904400" cy="26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87FA13-A870-53AF-F5F4-A34F53D4A6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79164" y="1322901"/>
                <a:ext cx="20120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C8D4AE-A1B4-0175-3FFB-68B083ABC6F4}"/>
                  </a:ext>
                </a:extLst>
              </p14:cNvPr>
              <p14:cNvContentPartPr/>
              <p14:nvPr/>
            </p14:nvContentPartPr>
            <p14:xfrm>
              <a:off x="2925844" y="3651021"/>
              <a:ext cx="3826800" cy="89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C8D4AE-A1B4-0175-3FFB-68B083ABC6F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71844" y="3543021"/>
                <a:ext cx="393444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DA9593-70CA-ED87-B6F9-9C7CA7A78CBC}"/>
                  </a:ext>
                </a:extLst>
              </p14:cNvPr>
              <p14:cNvContentPartPr/>
              <p14:nvPr/>
            </p14:nvContentPartPr>
            <p14:xfrm>
              <a:off x="4521364" y="4313061"/>
              <a:ext cx="1046160" cy="83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DA9593-70CA-ED87-B6F9-9C7CA7A78CB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67724" y="4205421"/>
                <a:ext cx="115380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815A2C-7FA4-DCE3-DB74-97EABAC25E43}"/>
                  </a:ext>
                </a:extLst>
              </p14:cNvPr>
              <p14:cNvContentPartPr/>
              <p14:nvPr/>
            </p14:nvContentPartPr>
            <p14:xfrm>
              <a:off x="5662924" y="4345101"/>
              <a:ext cx="983520" cy="14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815A2C-7FA4-DCE3-DB74-97EABAC25E4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08924" y="4237101"/>
                <a:ext cx="10911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5AECCA-03EB-0923-BFE2-9FB32E3BE9BC}"/>
                  </a:ext>
                </a:extLst>
              </p14:cNvPr>
              <p14:cNvContentPartPr/>
              <p14:nvPr/>
            </p14:nvContentPartPr>
            <p14:xfrm>
              <a:off x="7277164" y="4281381"/>
              <a:ext cx="2073240" cy="57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5AECCA-03EB-0923-BFE2-9FB32E3BE9B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23164" y="4173741"/>
                <a:ext cx="21808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0837840-7A1E-5276-BBA9-52F8A3D59CEA}"/>
                  </a:ext>
                </a:extLst>
              </p14:cNvPr>
              <p14:cNvContentPartPr/>
              <p14:nvPr/>
            </p14:nvContentPartPr>
            <p14:xfrm>
              <a:off x="4288084" y="5069781"/>
              <a:ext cx="1564560" cy="57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0837840-7A1E-5276-BBA9-52F8A3D59CE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34084" y="4962141"/>
                <a:ext cx="1672200" cy="2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3590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B19DD-A213-967D-3C0D-8AEE0773B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0744F8-2305-4367-42A1-0DE3A2A5B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10202"/>
            <a:ext cx="11857748" cy="66375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469A7B-992A-4A58-5BCD-F4D9634A7544}"/>
                  </a:ext>
                </a:extLst>
              </p14:cNvPr>
              <p14:cNvContentPartPr/>
              <p14:nvPr/>
            </p14:nvContentPartPr>
            <p14:xfrm>
              <a:off x="838564" y="1147221"/>
              <a:ext cx="1878840" cy="11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469A7B-992A-4A58-5BCD-F4D9634A75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564" y="1039221"/>
                <a:ext cx="19864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B758A7-F413-64F4-F651-854DA246A025}"/>
                  </a:ext>
                </a:extLst>
              </p14:cNvPr>
              <p14:cNvContentPartPr/>
              <p14:nvPr/>
            </p14:nvContentPartPr>
            <p14:xfrm>
              <a:off x="857644" y="1424781"/>
              <a:ext cx="4105080" cy="171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B758A7-F413-64F4-F651-854DA246A0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3644" y="1317141"/>
                <a:ext cx="421272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DAE33DD-BB6D-9FCC-0499-286A3F0B5174}"/>
                  </a:ext>
                </a:extLst>
              </p14:cNvPr>
              <p14:cNvContentPartPr/>
              <p14:nvPr/>
            </p14:nvContentPartPr>
            <p14:xfrm>
              <a:off x="1002724" y="1790181"/>
              <a:ext cx="7415640" cy="64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DAE33DD-BB6D-9FCC-0499-286A3F0B51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8724" y="1682181"/>
                <a:ext cx="75232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A6359E-D18E-1EAE-C361-FF5FEFA56536}"/>
                  </a:ext>
                </a:extLst>
              </p14:cNvPr>
              <p14:cNvContentPartPr/>
              <p14:nvPr/>
            </p14:nvContentPartPr>
            <p14:xfrm>
              <a:off x="3216004" y="2029581"/>
              <a:ext cx="8334720" cy="180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A6359E-D18E-1EAE-C361-FF5FEFA565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62004" y="1921941"/>
                <a:ext cx="844236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180F4C-ED2B-47ED-4D8D-6F189069D5A0}"/>
                  </a:ext>
                </a:extLst>
              </p14:cNvPr>
              <p14:cNvContentPartPr/>
              <p14:nvPr/>
            </p14:nvContentPartPr>
            <p14:xfrm>
              <a:off x="914164" y="3051261"/>
              <a:ext cx="6217560" cy="165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180F4C-ED2B-47ED-4D8D-6F189069D5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0164" y="2943621"/>
                <a:ext cx="632520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19E2573-A7C0-F2A3-B035-1C7FB2D060EE}"/>
                  </a:ext>
                </a:extLst>
              </p14:cNvPr>
              <p14:cNvContentPartPr/>
              <p14:nvPr/>
            </p14:nvContentPartPr>
            <p14:xfrm>
              <a:off x="586564" y="4344021"/>
              <a:ext cx="1614240" cy="89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19E2573-A7C0-F2A3-B035-1C7FB2D060E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2564" y="4236381"/>
                <a:ext cx="17218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D95970-5CF8-8426-DBE3-392EF107F76F}"/>
                  </a:ext>
                </a:extLst>
              </p14:cNvPr>
              <p14:cNvContentPartPr/>
              <p14:nvPr/>
            </p14:nvContentPartPr>
            <p14:xfrm>
              <a:off x="989764" y="4615461"/>
              <a:ext cx="4723200" cy="102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D95970-5CF8-8426-DBE3-392EF107F7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6124" y="4507461"/>
                <a:ext cx="483084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4BE9DD1-1677-3274-970E-C81439F79DB0}"/>
                  </a:ext>
                </a:extLst>
              </p14:cNvPr>
              <p14:cNvContentPartPr/>
              <p14:nvPr/>
            </p14:nvContentPartPr>
            <p14:xfrm>
              <a:off x="762604" y="5069421"/>
              <a:ext cx="9635760" cy="51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4BE9DD1-1677-3274-970E-C81439F79DB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8964" y="4961421"/>
                <a:ext cx="97434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928038-EEBE-D9D3-1610-BCF3AEB99489}"/>
                  </a:ext>
                </a:extLst>
              </p14:cNvPr>
              <p14:cNvContentPartPr/>
              <p14:nvPr/>
            </p14:nvContentPartPr>
            <p14:xfrm>
              <a:off x="1046644" y="5347701"/>
              <a:ext cx="10261080" cy="195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928038-EEBE-D9D3-1610-BCF3AEB9948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3004" y="5240061"/>
                <a:ext cx="1036872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4D3EC0E-B650-03D4-F109-521262B7DF9E}"/>
                  </a:ext>
                </a:extLst>
              </p14:cNvPr>
              <p14:cNvContentPartPr/>
              <p14:nvPr/>
            </p14:nvContentPartPr>
            <p14:xfrm>
              <a:off x="1418884" y="5631021"/>
              <a:ext cx="3127320" cy="126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4D3EC0E-B650-03D4-F109-521262B7DF9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64884" y="5523381"/>
                <a:ext cx="3234960" cy="3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410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B3AC-2464-C364-2418-C6E00B35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51CF4-F5AC-828A-C734-3C677D916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5443"/>
            <a:ext cx="1185774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24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F124-33BF-2151-2D88-FC617143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0FF31-EB1A-D981-7FEF-2FEB63E4D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106392"/>
            <a:ext cx="11850127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76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8474-1810-DF97-4FB2-2D3AC48EA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872001-4596-85C3-DAED-D2E35732E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25443"/>
            <a:ext cx="1186536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12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95467-1097-2D0F-9CE8-9A84EB8C6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6976C3-F398-CA5C-2274-BAAFD63F1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06392"/>
            <a:ext cx="11827265" cy="66452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8CDF7C-A3A7-21A0-E47B-F2DE3749FF6A}"/>
                  </a:ext>
                </a:extLst>
              </p14:cNvPr>
              <p14:cNvContentPartPr/>
              <p14:nvPr/>
            </p14:nvContentPartPr>
            <p14:xfrm>
              <a:off x="1557484" y="1134981"/>
              <a:ext cx="2719080" cy="164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8CDF7C-A3A7-21A0-E47B-F2DE3749FF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3484" y="1027341"/>
                <a:ext cx="282672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B4C34F-1314-0013-BCD5-03666F90C9FF}"/>
                  </a:ext>
                </a:extLst>
              </p14:cNvPr>
              <p14:cNvContentPartPr/>
              <p14:nvPr/>
            </p14:nvContentPartPr>
            <p14:xfrm>
              <a:off x="964924" y="1790181"/>
              <a:ext cx="5119920" cy="202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B4C34F-1314-0013-BCD5-03666F90C9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0924" y="1682541"/>
                <a:ext cx="522756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817514-FC5D-BFC8-EE8B-CB795AD56BFD}"/>
                  </a:ext>
                </a:extLst>
              </p14:cNvPr>
              <p14:cNvContentPartPr/>
              <p14:nvPr/>
            </p14:nvContentPartPr>
            <p14:xfrm>
              <a:off x="769084" y="2374821"/>
              <a:ext cx="5933880" cy="11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817514-FC5D-BFC8-EE8B-CB795AD56B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5084" y="2266821"/>
                <a:ext cx="604152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B0BBADC-2799-A687-39C7-E5AAFDE85FD0}"/>
                  </a:ext>
                </a:extLst>
              </p14:cNvPr>
              <p14:cNvContentPartPr/>
              <p14:nvPr/>
            </p14:nvContentPartPr>
            <p14:xfrm>
              <a:off x="7951804" y="2345661"/>
              <a:ext cx="3378600" cy="126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B0BBADC-2799-A687-39C7-E5AAFDE85F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98164" y="2237661"/>
                <a:ext cx="34862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5D56AF-B5AD-5048-4193-55FEBD6140EF}"/>
                  </a:ext>
                </a:extLst>
              </p14:cNvPr>
              <p14:cNvContentPartPr/>
              <p14:nvPr/>
            </p14:nvContentPartPr>
            <p14:xfrm>
              <a:off x="1090924" y="2862261"/>
              <a:ext cx="5908680" cy="38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5D56AF-B5AD-5048-4193-55FEBD6140E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6924" y="2754261"/>
                <a:ext cx="60163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816C9CB-DF43-B00D-E89D-5AF63C826887}"/>
                  </a:ext>
                </a:extLst>
              </p14:cNvPr>
              <p14:cNvContentPartPr/>
              <p14:nvPr/>
            </p14:nvContentPartPr>
            <p14:xfrm>
              <a:off x="2654764" y="3360861"/>
              <a:ext cx="7404480" cy="151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816C9CB-DF43-B00D-E89D-5AF63C8268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00764" y="3253221"/>
                <a:ext cx="7512120" cy="3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1210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CCA2-949A-86AC-30E8-0811CC1D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2E1D7-67C5-CCEA-6A0D-C7EFB437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19" y="106392"/>
            <a:ext cx="11789162" cy="66452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C3D9C2-65BB-8C83-A6B0-87A463A3B3B4}"/>
                  </a:ext>
                </a:extLst>
              </p14:cNvPr>
              <p14:cNvContentPartPr/>
              <p14:nvPr/>
            </p14:nvContentPartPr>
            <p14:xfrm>
              <a:off x="819844" y="1147581"/>
              <a:ext cx="6427080" cy="151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C3D9C2-65BB-8C83-A6B0-87A463A3B3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5844" y="1039581"/>
                <a:ext cx="65347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CFB265-2E34-906A-9CCF-AF312FA3C818}"/>
                  </a:ext>
                </a:extLst>
              </p14:cNvPr>
              <p14:cNvContentPartPr/>
              <p14:nvPr/>
            </p14:nvContentPartPr>
            <p14:xfrm>
              <a:off x="4792444" y="3764421"/>
              <a:ext cx="1406160" cy="6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CFB265-2E34-906A-9CCF-AF312FA3C8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8804" y="3656421"/>
                <a:ext cx="15138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0DE68A-11F3-A38E-113F-E261FF9BDC74}"/>
                  </a:ext>
                </a:extLst>
              </p14:cNvPr>
              <p14:cNvContentPartPr/>
              <p14:nvPr/>
            </p14:nvContentPartPr>
            <p14:xfrm>
              <a:off x="4546564" y="4369581"/>
              <a:ext cx="4551120" cy="120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0DE68A-11F3-A38E-113F-E261FF9BDC7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92564" y="4261941"/>
                <a:ext cx="465876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104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 mcgee</dc:creator>
  <cp:lastModifiedBy>joe mcgee</cp:lastModifiedBy>
  <cp:revision>2</cp:revision>
  <dcterms:created xsi:type="dcterms:W3CDTF">2025-11-16T14:05:25Z</dcterms:created>
  <dcterms:modified xsi:type="dcterms:W3CDTF">2025-11-24T09:15:18Z</dcterms:modified>
</cp:coreProperties>
</file>