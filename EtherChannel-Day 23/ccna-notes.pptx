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3D1F47-199B-4B5F-8698-AF55E2F77049}" v="6" dt="2025-12-24T15:52:26.5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46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e mcgee" userId="18b4105e8c848f48" providerId="LiveId" clId="{F4CB7604-12E2-4C2C-A72E-4EEEDFE6408B}"/>
    <pc:docChg chg="undo custSel addSld modSld">
      <pc:chgData name="joe mcgee" userId="18b4105e8c848f48" providerId="LiveId" clId="{F4CB7604-12E2-4C2C-A72E-4EEEDFE6408B}" dt="2025-12-24T15:54:51.616" v="81" actId="962"/>
      <pc:docMkLst>
        <pc:docMk/>
      </pc:docMkLst>
      <pc:sldChg chg="addSp modSp mod">
        <pc:chgData name="joe mcgee" userId="18b4105e8c848f48" providerId="LiveId" clId="{F4CB7604-12E2-4C2C-A72E-4EEEDFE6408B}" dt="2025-12-24T15:39:05.630" v="2" actId="962"/>
        <pc:sldMkLst>
          <pc:docMk/>
          <pc:sldMk cId="2718096249" sldId="257"/>
        </pc:sldMkLst>
        <pc:picChg chg="add mod">
          <ac:chgData name="joe mcgee" userId="18b4105e8c848f48" providerId="LiveId" clId="{F4CB7604-12E2-4C2C-A72E-4EEEDFE6408B}" dt="2025-12-24T15:39:05.630" v="2" actId="962"/>
          <ac:picMkLst>
            <pc:docMk/>
            <pc:sldMk cId="2718096249" sldId="257"/>
            <ac:picMk id="3" creationId="{28C10759-2C3B-A539-1DF3-CC97929B6C1C}"/>
          </ac:picMkLst>
        </pc:picChg>
      </pc:sldChg>
      <pc:sldChg chg="addSp modSp mod">
        <pc:chgData name="joe mcgee" userId="18b4105e8c848f48" providerId="LiveId" clId="{F4CB7604-12E2-4C2C-A72E-4EEEDFE6408B}" dt="2025-12-24T15:43:17.972" v="5" actId="962"/>
        <pc:sldMkLst>
          <pc:docMk/>
          <pc:sldMk cId="1106514094" sldId="258"/>
        </pc:sldMkLst>
        <pc:picChg chg="add mod">
          <ac:chgData name="joe mcgee" userId="18b4105e8c848f48" providerId="LiveId" clId="{F4CB7604-12E2-4C2C-A72E-4EEEDFE6408B}" dt="2025-12-24T15:43:17.972" v="5" actId="962"/>
          <ac:picMkLst>
            <pc:docMk/>
            <pc:sldMk cId="1106514094" sldId="258"/>
            <ac:picMk id="3" creationId="{7C3D24FB-6B42-1170-D075-3D6C76B88B1E}"/>
          </ac:picMkLst>
        </pc:picChg>
      </pc:sldChg>
      <pc:sldChg chg="addSp modSp mod">
        <pc:chgData name="joe mcgee" userId="18b4105e8c848f48" providerId="LiveId" clId="{F4CB7604-12E2-4C2C-A72E-4EEEDFE6408B}" dt="2025-12-24T15:43:56.885" v="8" actId="962"/>
        <pc:sldMkLst>
          <pc:docMk/>
          <pc:sldMk cId="154798804" sldId="259"/>
        </pc:sldMkLst>
        <pc:picChg chg="add mod">
          <ac:chgData name="joe mcgee" userId="18b4105e8c848f48" providerId="LiveId" clId="{F4CB7604-12E2-4C2C-A72E-4EEEDFE6408B}" dt="2025-12-24T15:43:56.885" v="8" actId="962"/>
          <ac:picMkLst>
            <pc:docMk/>
            <pc:sldMk cId="154798804" sldId="259"/>
            <ac:picMk id="3" creationId="{50EF69E3-BA09-76EA-A343-B01C505EA6A8}"/>
          </ac:picMkLst>
        </pc:picChg>
      </pc:sldChg>
      <pc:sldChg chg="addSp modSp mod">
        <pc:chgData name="joe mcgee" userId="18b4105e8c848f48" providerId="LiveId" clId="{F4CB7604-12E2-4C2C-A72E-4EEEDFE6408B}" dt="2025-12-24T15:44:32.098" v="11" actId="962"/>
        <pc:sldMkLst>
          <pc:docMk/>
          <pc:sldMk cId="1036711873" sldId="260"/>
        </pc:sldMkLst>
        <pc:picChg chg="add mod">
          <ac:chgData name="joe mcgee" userId="18b4105e8c848f48" providerId="LiveId" clId="{F4CB7604-12E2-4C2C-A72E-4EEEDFE6408B}" dt="2025-12-24T15:44:32.098" v="11" actId="962"/>
          <ac:picMkLst>
            <pc:docMk/>
            <pc:sldMk cId="1036711873" sldId="260"/>
            <ac:picMk id="3" creationId="{284C2202-1D41-3FB1-4B4A-B1955C877E08}"/>
          </ac:picMkLst>
        </pc:picChg>
      </pc:sldChg>
      <pc:sldChg chg="addSp modSp mod">
        <pc:chgData name="joe mcgee" userId="18b4105e8c848f48" providerId="LiveId" clId="{F4CB7604-12E2-4C2C-A72E-4EEEDFE6408B}" dt="2025-12-24T15:45:07.339" v="14" actId="962"/>
        <pc:sldMkLst>
          <pc:docMk/>
          <pc:sldMk cId="20354878" sldId="261"/>
        </pc:sldMkLst>
        <pc:picChg chg="add mod">
          <ac:chgData name="joe mcgee" userId="18b4105e8c848f48" providerId="LiveId" clId="{F4CB7604-12E2-4C2C-A72E-4EEEDFE6408B}" dt="2025-12-24T15:45:07.339" v="14" actId="962"/>
          <ac:picMkLst>
            <pc:docMk/>
            <pc:sldMk cId="20354878" sldId="261"/>
            <ac:picMk id="3" creationId="{8D551CDC-5387-1D68-A38F-B501CA0FB98F}"/>
          </ac:picMkLst>
        </pc:picChg>
      </pc:sldChg>
      <pc:sldChg chg="addSp modSp mod">
        <pc:chgData name="joe mcgee" userId="18b4105e8c848f48" providerId="LiveId" clId="{F4CB7604-12E2-4C2C-A72E-4EEEDFE6408B}" dt="2025-12-24T15:45:49.241" v="17" actId="962"/>
        <pc:sldMkLst>
          <pc:docMk/>
          <pc:sldMk cId="3802348541" sldId="262"/>
        </pc:sldMkLst>
        <pc:picChg chg="add mod">
          <ac:chgData name="joe mcgee" userId="18b4105e8c848f48" providerId="LiveId" clId="{F4CB7604-12E2-4C2C-A72E-4EEEDFE6408B}" dt="2025-12-24T15:45:49.241" v="17" actId="962"/>
          <ac:picMkLst>
            <pc:docMk/>
            <pc:sldMk cId="3802348541" sldId="262"/>
            <ac:picMk id="3" creationId="{C40494AA-839C-93E2-11D5-BE3764260AB0}"/>
          </ac:picMkLst>
        </pc:picChg>
      </pc:sldChg>
      <pc:sldChg chg="addSp modSp mod">
        <pc:chgData name="joe mcgee" userId="18b4105e8c848f48" providerId="LiveId" clId="{F4CB7604-12E2-4C2C-A72E-4EEEDFE6408B}" dt="2025-12-24T15:47:41.927" v="22" actId="962"/>
        <pc:sldMkLst>
          <pc:docMk/>
          <pc:sldMk cId="60392771" sldId="263"/>
        </pc:sldMkLst>
        <pc:picChg chg="add mod">
          <ac:chgData name="joe mcgee" userId="18b4105e8c848f48" providerId="LiveId" clId="{F4CB7604-12E2-4C2C-A72E-4EEEDFE6408B}" dt="2025-12-24T15:47:41.927" v="22" actId="962"/>
          <ac:picMkLst>
            <pc:docMk/>
            <pc:sldMk cId="60392771" sldId="263"/>
            <ac:picMk id="3" creationId="{1D62FEE2-3586-2653-6E00-4B4D6999754E}"/>
          </ac:picMkLst>
        </pc:picChg>
      </pc:sldChg>
      <pc:sldChg chg="addSp delSp modSp mod">
        <pc:chgData name="joe mcgee" userId="18b4105e8c848f48" providerId="LiveId" clId="{F4CB7604-12E2-4C2C-A72E-4EEEDFE6408B}" dt="2025-12-24T15:48:27.871" v="29" actId="22"/>
        <pc:sldMkLst>
          <pc:docMk/>
          <pc:sldMk cId="87220727" sldId="264"/>
        </pc:sldMkLst>
        <pc:picChg chg="add mod">
          <ac:chgData name="joe mcgee" userId="18b4105e8c848f48" providerId="LiveId" clId="{F4CB7604-12E2-4C2C-A72E-4EEEDFE6408B}" dt="2025-12-24T15:48:08.886" v="25" actId="962"/>
          <ac:picMkLst>
            <pc:docMk/>
            <pc:sldMk cId="87220727" sldId="264"/>
            <ac:picMk id="3" creationId="{031C2D06-4769-3F24-8E68-089950704D47}"/>
          </ac:picMkLst>
        </pc:picChg>
        <pc:picChg chg="add del mod">
          <ac:chgData name="joe mcgee" userId="18b4105e8c848f48" providerId="LiveId" clId="{F4CB7604-12E2-4C2C-A72E-4EEEDFE6408B}" dt="2025-12-24T15:48:27.871" v="29" actId="22"/>
          <ac:picMkLst>
            <pc:docMk/>
            <pc:sldMk cId="87220727" sldId="264"/>
            <ac:picMk id="5" creationId="{C34F9168-DCC8-FF12-4012-8DE725FA0D2E}"/>
          </ac:picMkLst>
        </pc:picChg>
      </pc:sldChg>
      <pc:sldChg chg="addSp modSp mod">
        <pc:chgData name="joe mcgee" userId="18b4105e8c848f48" providerId="LiveId" clId="{F4CB7604-12E2-4C2C-A72E-4EEEDFE6408B}" dt="2025-12-24T15:48:29.735" v="32" actId="962"/>
        <pc:sldMkLst>
          <pc:docMk/>
          <pc:sldMk cId="1952344363" sldId="265"/>
        </pc:sldMkLst>
        <pc:picChg chg="add mod">
          <ac:chgData name="joe mcgee" userId="18b4105e8c848f48" providerId="LiveId" clId="{F4CB7604-12E2-4C2C-A72E-4EEEDFE6408B}" dt="2025-12-24T15:48:29.735" v="32" actId="962"/>
          <ac:picMkLst>
            <pc:docMk/>
            <pc:sldMk cId="1952344363" sldId="265"/>
            <ac:picMk id="3" creationId="{AFBFD202-76AA-6E71-6DF6-7EB94A26F76D}"/>
          </ac:picMkLst>
        </pc:picChg>
      </pc:sldChg>
      <pc:sldChg chg="addSp modSp mod">
        <pc:chgData name="joe mcgee" userId="18b4105e8c848f48" providerId="LiveId" clId="{F4CB7604-12E2-4C2C-A72E-4EEEDFE6408B}" dt="2025-12-24T15:48:48.524" v="35" actId="962"/>
        <pc:sldMkLst>
          <pc:docMk/>
          <pc:sldMk cId="2021832661" sldId="266"/>
        </pc:sldMkLst>
        <pc:picChg chg="add mod">
          <ac:chgData name="joe mcgee" userId="18b4105e8c848f48" providerId="LiveId" clId="{F4CB7604-12E2-4C2C-A72E-4EEEDFE6408B}" dt="2025-12-24T15:48:48.524" v="35" actId="962"/>
          <ac:picMkLst>
            <pc:docMk/>
            <pc:sldMk cId="2021832661" sldId="266"/>
            <ac:picMk id="3" creationId="{E4BDBCE6-6640-C7E3-837E-67895C30C572}"/>
          </ac:picMkLst>
        </pc:picChg>
      </pc:sldChg>
      <pc:sldChg chg="addSp modSp mod">
        <pc:chgData name="joe mcgee" userId="18b4105e8c848f48" providerId="LiveId" clId="{F4CB7604-12E2-4C2C-A72E-4EEEDFE6408B}" dt="2025-12-24T15:50:29.984" v="38" actId="962"/>
        <pc:sldMkLst>
          <pc:docMk/>
          <pc:sldMk cId="2840123357" sldId="267"/>
        </pc:sldMkLst>
        <pc:picChg chg="add mod">
          <ac:chgData name="joe mcgee" userId="18b4105e8c848f48" providerId="LiveId" clId="{F4CB7604-12E2-4C2C-A72E-4EEEDFE6408B}" dt="2025-12-24T15:50:29.984" v="38" actId="962"/>
          <ac:picMkLst>
            <pc:docMk/>
            <pc:sldMk cId="2840123357" sldId="267"/>
            <ac:picMk id="3" creationId="{E91387D9-E5AB-4F1B-0D43-C5EF5FB331FD}"/>
          </ac:picMkLst>
        </pc:picChg>
      </pc:sldChg>
      <pc:sldChg chg="addSp modSp mod">
        <pc:chgData name="joe mcgee" userId="18b4105e8c848f48" providerId="LiveId" clId="{F4CB7604-12E2-4C2C-A72E-4EEEDFE6408B}" dt="2025-12-24T15:50:50.280" v="41" actId="962"/>
        <pc:sldMkLst>
          <pc:docMk/>
          <pc:sldMk cId="3220908992" sldId="268"/>
        </pc:sldMkLst>
        <pc:picChg chg="add mod">
          <ac:chgData name="joe mcgee" userId="18b4105e8c848f48" providerId="LiveId" clId="{F4CB7604-12E2-4C2C-A72E-4EEEDFE6408B}" dt="2025-12-24T15:50:50.280" v="41" actId="962"/>
          <ac:picMkLst>
            <pc:docMk/>
            <pc:sldMk cId="3220908992" sldId="268"/>
            <ac:picMk id="3" creationId="{484C9B59-B4BF-8007-B837-AF271E01D651}"/>
          </ac:picMkLst>
        </pc:picChg>
      </pc:sldChg>
      <pc:sldChg chg="addSp modSp mod">
        <pc:chgData name="joe mcgee" userId="18b4105e8c848f48" providerId="LiveId" clId="{F4CB7604-12E2-4C2C-A72E-4EEEDFE6408B}" dt="2025-12-24T15:51:15.574" v="44" actId="962"/>
        <pc:sldMkLst>
          <pc:docMk/>
          <pc:sldMk cId="413780349" sldId="269"/>
        </pc:sldMkLst>
        <pc:picChg chg="add mod">
          <ac:chgData name="joe mcgee" userId="18b4105e8c848f48" providerId="LiveId" clId="{F4CB7604-12E2-4C2C-A72E-4EEEDFE6408B}" dt="2025-12-24T15:51:15.574" v="44" actId="962"/>
          <ac:picMkLst>
            <pc:docMk/>
            <pc:sldMk cId="413780349" sldId="269"/>
            <ac:picMk id="3" creationId="{C7EC614F-DC5A-5589-18CB-338915FD6817}"/>
          </ac:picMkLst>
        </pc:picChg>
      </pc:sldChg>
      <pc:sldChg chg="addSp modSp mod">
        <pc:chgData name="joe mcgee" userId="18b4105e8c848f48" providerId="LiveId" clId="{F4CB7604-12E2-4C2C-A72E-4EEEDFE6408B}" dt="2025-12-24T15:51:39.536" v="49" actId="962"/>
        <pc:sldMkLst>
          <pc:docMk/>
          <pc:sldMk cId="1729986345" sldId="270"/>
        </pc:sldMkLst>
        <pc:picChg chg="add mod">
          <ac:chgData name="joe mcgee" userId="18b4105e8c848f48" providerId="LiveId" clId="{F4CB7604-12E2-4C2C-A72E-4EEEDFE6408B}" dt="2025-12-24T15:51:39.536" v="49" actId="962"/>
          <ac:picMkLst>
            <pc:docMk/>
            <pc:sldMk cId="1729986345" sldId="270"/>
            <ac:picMk id="3" creationId="{1FF00D12-1157-4D11-2E08-DC76B6799868}"/>
          </ac:picMkLst>
        </pc:picChg>
      </pc:sldChg>
      <pc:sldChg chg="addSp modSp mod">
        <pc:chgData name="joe mcgee" userId="18b4105e8c848f48" providerId="LiveId" clId="{F4CB7604-12E2-4C2C-A72E-4EEEDFE6408B}" dt="2025-12-24T15:51:59.156" v="52" actId="962"/>
        <pc:sldMkLst>
          <pc:docMk/>
          <pc:sldMk cId="1873976324" sldId="271"/>
        </pc:sldMkLst>
        <pc:picChg chg="add mod">
          <ac:chgData name="joe mcgee" userId="18b4105e8c848f48" providerId="LiveId" clId="{F4CB7604-12E2-4C2C-A72E-4EEEDFE6408B}" dt="2025-12-24T15:51:59.156" v="52" actId="962"/>
          <ac:picMkLst>
            <pc:docMk/>
            <pc:sldMk cId="1873976324" sldId="271"/>
            <ac:picMk id="3" creationId="{C1F1144B-9455-110D-6688-E0A9777FF513}"/>
          </ac:picMkLst>
        </pc:picChg>
      </pc:sldChg>
      <pc:sldChg chg="addSp modSp mod">
        <pc:chgData name="joe mcgee" userId="18b4105e8c848f48" providerId="LiveId" clId="{F4CB7604-12E2-4C2C-A72E-4EEEDFE6408B}" dt="2025-12-24T15:52:25.189" v="55" actId="962"/>
        <pc:sldMkLst>
          <pc:docMk/>
          <pc:sldMk cId="222369797" sldId="272"/>
        </pc:sldMkLst>
        <pc:picChg chg="add mod">
          <ac:chgData name="joe mcgee" userId="18b4105e8c848f48" providerId="LiveId" clId="{F4CB7604-12E2-4C2C-A72E-4EEEDFE6408B}" dt="2025-12-24T15:52:25.189" v="55" actId="962"/>
          <ac:picMkLst>
            <pc:docMk/>
            <pc:sldMk cId="222369797" sldId="272"/>
            <ac:picMk id="3" creationId="{CDACB8BD-279F-3A45-D566-BBC49DF1600E}"/>
          </ac:picMkLst>
        </pc:picChg>
      </pc:sldChg>
      <pc:sldChg chg="addSp modSp add mod">
        <pc:chgData name="joe mcgee" userId="18b4105e8c848f48" providerId="LiveId" clId="{F4CB7604-12E2-4C2C-A72E-4EEEDFE6408B}" dt="2025-12-24T15:52:56.100" v="62" actId="962"/>
        <pc:sldMkLst>
          <pc:docMk/>
          <pc:sldMk cId="3545311906" sldId="273"/>
        </pc:sldMkLst>
        <pc:picChg chg="add mod">
          <ac:chgData name="joe mcgee" userId="18b4105e8c848f48" providerId="LiveId" clId="{F4CB7604-12E2-4C2C-A72E-4EEEDFE6408B}" dt="2025-12-24T15:52:56.100" v="62" actId="962"/>
          <ac:picMkLst>
            <pc:docMk/>
            <pc:sldMk cId="3545311906" sldId="273"/>
            <ac:picMk id="3" creationId="{7718A2E4-E8A0-8B44-F155-BE8FED3E866E}"/>
          </ac:picMkLst>
        </pc:picChg>
      </pc:sldChg>
      <pc:sldChg chg="addSp modSp add mod">
        <pc:chgData name="joe mcgee" userId="18b4105e8c848f48" providerId="LiveId" clId="{F4CB7604-12E2-4C2C-A72E-4EEEDFE6408B}" dt="2025-12-24T15:53:19.746" v="65" actId="962"/>
        <pc:sldMkLst>
          <pc:docMk/>
          <pc:sldMk cId="2211835362" sldId="274"/>
        </pc:sldMkLst>
        <pc:picChg chg="add mod">
          <ac:chgData name="joe mcgee" userId="18b4105e8c848f48" providerId="LiveId" clId="{F4CB7604-12E2-4C2C-A72E-4EEEDFE6408B}" dt="2025-12-24T15:53:19.746" v="65" actId="962"/>
          <ac:picMkLst>
            <pc:docMk/>
            <pc:sldMk cId="2211835362" sldId="274"/>
            <ac:picMk id="3" creationId="{BE4019B6-B030-4D55-74B0-D59BFA538D35}"/>
          </ac:picMkLst>
        </pc:picChg>
      </pc:sldChg>
      <pc:sldChg chg="addSp modSp add mod">
        <pc:chgData name="joe mcgee" userId="18b4105e8c848f48" providerId="LiveId" clId="{F4CB7604-12E2-4C2C-A72E-4EEEDFE6408B}" dt="2025-12-24T15:53:54.994" v="68" actId="962"/>
        <pc:sldMkLst>
          <pc:docMk/>
          <pc:sldMk cId="3181997780" sldId="275"/>
        </pc:sldMkLst>
        <pc:picChg chg="add mod">
          <ac:chgData name="joe mcgee" userId="18b4105e8c848f48" providerId="LiveId" clId="{F4CB7604-12E2-4C2C-A72E-4EEEDFE6408B}" dt="2025-12-24T15:53:54.994" v="68" actId="962"/>
          <ac:picMkLst>
            <pc:docMk/>
            <pc:sldMk cId="3181997780" sldId="275"/>
            <ac:picMk id="3" creationId="{9E11279C-1949-6C22-EE31-98B4D12D056A}"/>
          </ac:picMkLst>
        </pc:picChg>
      </pc:sldChg>
      <pc:sldChg chg="addSp modSp add mod">
        <pc:chgData name="joe mcgee" userId="18b4105e8c848f48" providerId="LiveId" clId="{F4CB7604-12E2-4C2C-A72E-4EEEDFE6408B}" dt="2025-12-24T15:54:17.817" v="71" actId="962"/>
        <pc:sldMkLst>
          <pc:docMk/>
          <pc:sldMk cId="4025647079" sldId="276"/>
        </pc:sldMkLst>
        <pc:picChg chg="add mod">
          <ac:chgData name="joe mcgee" userId="18b4105e8c848f48" providerId="LiveId" clId="{F4CB7604-12E2-4C2C-A72E-4EEEDFE6408B}" dt="2025-12-24T15:54:17.817" v="71" actId="962"/>
          <ac:picMkLst>
            <pc:docMk/>
            <pc:sldMk cId="4025647079" sldId="276"/>
            <ac:picMk id="3" creationId="{08B53215-416D-47B9-D715-BF015E7A5D95}"/>
          </ac:picMkLst>
        </pc:picChg>
      </pc:sldChg>
      <pc:sldChg chg="addSp delSp modSp add mod">
        <pc:chgData name="joe mcgee" userId="18b4105e8c848f48" providerId="LiveId" clId="{F4CB7604-12E2-4C2C-A72E-4EEEDFE6408B}" dt="2025-12-24T15:54:50.261" v="78" actId="22"/>
        <pc:sldMkLst>
          <pc:docMk/>
          <pc:sldMk cId="3239501998" sldId="277"/>
        </pc:sldMkLst>
        <pc:picChg chg="add mod">
          <ac:chgData name="joe mcgee" userId="18b4105e8c848f48" providerId="LiveId" clId="{F4CB7604-12E2-4C2C-A72E-4EEEDFE6408B}" dt="2025-12-24T15:54:34.605" v="74" actId="962"/>
          <ac:picMkLst>
            <pc:docMk/>
            <pc:sldMk cId="3239501998" sldId="277"/>
            <ac:picMk id="3" creationId="{BDCEFF19-B34A-AD88-254A-104E66952AE4}"/>
          </ac:picMkLst>
        </pc:picChg>
        <pc:picChg chg="add del mod">
          <ac:chgData name="joe mcgee" userId="18b4105e8c848f48" providerId="LiveId" clId="{F4CB7604-12E2-4C2C-A72E-4EEEDFE6408B}" dt="2025-12-24T15:54:50.261" v="78" actId="22"/>
          <ac:picMkLst>
            <pc:docMk/>
            <pc:sldMk cId="3239501998" sldId="277"/>
            <ac:picMk id="5" creationId="{79AACCB5-E371-2659-9389-E84E08B7138C}"/>
          </ac:picMkLst>
        </pc:picChg>
      </pc:sldChg>
      <pc:sldChg chg="addSp modSp add mod">
        <pc:chgData name="joe mcgee" userId="18b4105e8c848f48" providerId="LiveId" clId="{F4CB7604-12E2-4C2C-A72E-4EEEDFE6408B}" dt="2025-12-24T15:54:51.616" v="81" actId="962"/>
        <pc:sldMkLst>
          <pc:docMk/>
          <pc:sldMk cId="3884101416" sldId="278"/>
        </pc:sldMkLst>
        <pc:picChg chg="add mod">
          <ac:chgData name="joe mcgee" userId="18b4105e8c848f48" providerId="LiveId" clId="{F4CB7604-12E2-4C2C-A72E-4EEEDFE6408B}" dt="2025-12-24T15:54:51.616" v="81" actId="962"/>
          <ac:picMkLst>
            <pc:docMk/>
            <pc:sldMk cId="3884101416" sldId="278"/>
            <ac:picMk id="3" creationId="{1BE5C673-3BAF-4DC8-D603-0EC46C37A0F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1ABFB-176A-D114-FCEA-4ECBCC940C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8494C4-CE3F-4C30-61E7-8193F93BCD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42DFD0-595C-729A-F3FE-12666A2E4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7FC0-B304-4C48-AD0D-DBEA8C72B416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98418C-11E6-9D8A-517B-0DDD7D2AD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F7FED-A2F4-459B-AFEC-6194F5C75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D4275-0FCC-403B-8BB2-94FC29FA2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247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7D3B5-5D6A-E46D-CB95-67FB2728B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4EC75-0916-DDBD-0097-0D604D0143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2F171A-AF64-63A6-70F9-C6A2379BE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7FC0-B304-4C48-AD0D-DBEA8C72B416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3CC01A-5A86-1CAA-CBC0-18F29247F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F35119-236D-17DA-EDDD-592711849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D4275-0FCC-403B-8BB2-94FC29FA2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392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52658-D41C-1D46-DFE9-AF986D77B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755AC5-B4F6-7F47-C669-6B8623B73E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11A14A-2734-4CC7-BAAA-46A9B6EB9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7FC0-B304-4C48-AD0D-DBEA8C72B416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15CF2-EA0F-FA14-6613-B21559581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CD0E0-E004-9537-3451-F3C5F64EF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D4275-0FCC-403B-8BB2-94FC29FA2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913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4144D-9240-F622-C7C9-2C0321411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2E2E58-9C47-811C-D8AD-541E100800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4E373B-D7B1-DD23-9A69-5A79C463E7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BAE605-54E0-29BB-50BF-22D76834A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7FC0-B304-4C48-AD0D-DBEA8C72B416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07A250-ADAB-C03A-118D-F14F9E6E4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747194-A34E-D7ED-66E9-8657F8E8A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D4275-0FCC-403B-8BB2-94FC29FA2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376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149AC-1595-1EF2-4A26-C00C06D21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5F509D-94A5-33D0-52A7-C93EF730B5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D757E3-7779-F639-FAA3-BF248C10F3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6467B6-BA5A-006A-F61A-4AD46F8843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A68F4C-A361-647B-2FC5-513CC73D24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3A4038-7B0A-7A46-1D18-F59CB5675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7FC0-B304-4C48-AD0D-DBEA8C72B416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AAB750-8BAE-11FA-1532-1D56EEB3B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D68636-176F-760B-9015-DCAA22A79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D4275-0FCC-403B-8BB2-94FC29FA2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380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0739F-6F19-C38A-6902-C25317DE2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AB1D94-A706-D02F-D1CC-EA6EDCC63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7FC0-B304-4C48-AD0D-DBEA8C72B416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8266FD-FE2A-C4E5-8B39-6C3AADDB9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1AA705-F380-23C0-5F7D-98BEF2449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D4275-0FCC-403B-8BB2-94FC29FA2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217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FB2F95-4C27-2770-AB11-034D00660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7FC0-B304-4C48-AD0D-DBEA8C72B416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DE152A-257B-DEC0-36FC-FC80BD0DE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132E19-0A89-2292-60E7-3167B2256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D4275-0FCC-403B-8BB2-94FC29FA2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773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1389F-B05C-F54C-5427-53568CF99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38256-832B-21F5-9E90-D05909793C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8BDBF0-17E0-6343-53C5-607CF1CAAA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38203F-A4DD-9667-172F-37059277A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7FC0-B304-4C48-AD0D-DBEA8C72B416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FA0CDD-AFA7-71A4-CA0A-EE4322342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4C980A-59C8-2AB8-CFEC-5E00451A8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D4275-0FCC-403B-8BB2-94FC29FA2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632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8C64A-7C6F-6D37-0DB7-608032420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73A60A-7E61-D1B8-78AC-4EDC73C5E1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C7FB59-5AC9-5118-1340-997BCAE4DC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9A4367-6BE3-C704-1B42-D4EC4A085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7FC0-B304-4C48-AD0D-DBEA8C72B416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6169D8-E847-341D-7D88-86B27A206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1578D9-B582-2613-9340-67BF122AE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D4275-0FCC-403B-8BB2-94FC29FA2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414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64170-9C76-764B-79DD-51D7E1409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5CF01D-43D4-E7A5-CAA6-E03EB41AC9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68299-D103-7CD9-DDE3-7D774C0DB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7FC0-B304-4C48-AD0D-DBEA8C72B416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4CF11-D072-27D1-200B-7CCE05486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19D30D-5030-D923-B476-406A08D03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D4275-0FCC-403B-8BB2-94FC29FA2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786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30F8B4-3308-9B94-9ED4-1A927C1EAF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EAC4E8-9AC7-EAA4-58D9-1487DAAAAD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EBE668-D21A-035C-8CEC-AC925829B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7FC0-B304-4C48-AD0D-DBEA8C72B416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DBE91-101D-438F-E6F6-3ACEE5D43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524190-8F75-8287-2B0D-B94C6A03A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D4275-0FCC-403B-8BB2-94FC29FA2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67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8639F6-E81A-45AC-D5F1-B49F0817F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038130-F8F7-F7CC-E815-1DB9B17608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A2AAA-5F5E-5BC0-4A0D-7EB7CCF0D0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A47FC0-B304-4C48-AD0D-DBEA8C72B416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CAF2F1-01BB-BB43-FEDC-2F9908E72C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753DF-0C9D-EB30-28DE-89AFB77B37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BD4275-0FCC-403B-8BB2-94FC29FA26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82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C74BD60-48FA-75C1-058C-7593902CC5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4" y="26375"/>
            <a:ext cx="12132091" cy="680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864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709CD-23D7-56F4-3209-503B53091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28C10759-2C3B-A539-1DF3-CC97929B6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096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CFFBC-F0CF-51AC-C8FE-B03569B0D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C3D24FB-6B42-1170-D075-3D6C76B88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65"/>
            <a:ext cx="12192000" cy="6830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514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C741D-66A4-8A79-4EFB-601D02FF1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0EF69E3-BA09-76EA-A343-B01C505EA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91"/>
            <a:ext cx="12192000" cy="6834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98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C61E8-049D-8898-45E4-3C7D1CB69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84C2202-1D41-3FB1-4B4A-B1955C877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23" y="45427"/>
            <a:ext cx="12154953" cy="6767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711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BA961-518C-7581-DB15-CFC112E61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D551CDC-5387-1D68-A38F-B501CA0FB9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75" y="49237"/>
            <a:ext cx="12116850" cy="6759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4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8F3DD-2240-2046-1D03-A3C6935CF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40494AA-839C-93E2-11D5-BE3764260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4" y="7323"/>
            <a:ext cx="12132091" cy="6843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348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DCD52-90CD-E671-E88F-686D528B8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">
            <a:extLst>
              <a:ext uri="{FF2B5EF4-FFF2-40B4-BE49-F238E27FC236}">
                <a16:creationId xmlns:a16="http://schemas.microsoft.com/office/drawing/2014/main" id="{1D62FEE2-3586-2653-6E00-4B4D699975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78" y="53047"/>
            <a:ext cx="12040643" cy="675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92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13DB1-CAA5-CF1A-7929-99F22C84B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31C2D06-4769-3F24-8E68-089950704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480"/>
            <a:ext cx="12192000" cy="6797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207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C6B9C-757D-7AD0-73C3-82BAF3168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FBFD202-76AA-6E71-6DF6-7EB94A26F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95" y="18754"/>
            <a:ext cx="12101609" cy="6820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3443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EA6F3-F086-A917-17DC-69F2A5441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4BDBCE6-6640-C7E3-837E-67895C30C5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2" y="0"/>
            <a:ext cx="120694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8326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32CD3-7943-CC94-89D2-A27ED0D2E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E91387D9-E5AB-4F1B-0D43-C5EF5FB331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23" y="11134"/>
            <a:ext cx="12154953" cy="6835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1233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04E11-32C1-D3AC-4388-8989C35F2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84C9B59-B4BF-8007-B837-AF271E01D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"/>
            <a:ext cx="12192000" cy="682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9089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587D4-CB78-2B17-B039-75B600CAB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7EC614F-DC5A-5589-18CB-338915FD6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35" y="0"/>
            <a:ext cx="120871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803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DFA2A-57A3-E7FB-AEF5-2F9EEFAAF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FF00D12-1157-4D11-2E08-DC76B6799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75" y="18754"/>
            <a:ext cx="12116850" cy="6820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9863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05EBD-E286-1BE8-F488-FB98E3488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1F1144B-9455-110D-6688-E0A9777FF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64" y="11134"/>
            <a:ext cx="12124471" cy="6835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9763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91406-F8E4-2775-D757-9E309849F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CDACB8BD-279F-3A45-D566-BBC49DF16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2" y="14944"/>
            <a:ext cx="12170195" cy="682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697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89E69-06D8-C262-95FB-70FB7BAA7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718A2E4-E8A0-8B44-F155-BE8FED3E8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9" y="0"/>
            <a:ext cx="120548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3119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8F7ED-D528-88D8-3C83-5AA125E1D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E4019B6-B030-4D55-74B0-D59BFA538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44" y="26375"/>
            <a:ext cx="12139712" cy="680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8353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89BED-9C7F-CF52-3BF2-08FCD453C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E11279C-1949-6C22-EE31-98B4D12D0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35" y="0"/>
            <a:ext cx="120871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9977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EED36-64BD-698A-2AD3-9EDE82D15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8B53215-416D-47B9-D715-BF015E7A5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"/>
            <a:ext cx="12192000" cy="6842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6470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48E7D-7887-68C4-B3FA-AA39FBEDF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DCEFF19-B34A-AD88-254A-104E66952A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95" y="0"/>
            <a:ext cx="121404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5019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FB9B7-363D-6C54-9B25-61CF3AC33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BE5C673-3BAF-4DC8-D603-0EC46C37A0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47" y="18754"/>
            <a:ext cx="12063505" cy="6820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101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0</Words>
  <Application>Microsoft Office PowerPoint</Application>
  <PresentationFormat>Widescreen</PresentationFormat>
  <Paragraphs>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 mcgee</dc:creator>
  <cp:lastModifiedBy>joe mcgee</cp:lastModifiedBy>
  <cp:revision>1</cp:revision>
  <dcterms:created xsi:type="dcterms:W3CDTF">2025-12-24T15:37:19Z</dcterms:created>
  <dcterms:modified xsi:type="dcterms:W3CDTF">2025-12-24T15:54:58Z</dcterms:modified>
</cp:coreProperties>
</file>